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 id="2147483668" r:id="rId2"/>
  </p:sldMasterIdLst>
  <p:notesMasterIdLst>
    <p:notesMasterId r:id="rId25"/>
  </p:notesMasterIdLst>
  <p:sldIdLst>
    <p:sldId id="256" r:id="rId3"/>
    <p:sldId id="257" r:id="rId4"/>
    <p:sldId id="259" r:id="rId5"/>
    <p:sldId id="260" r:id="rId6"/>
    <p:sldId id="264" r:id="rId7"/>
    <p:sldId id="281" r:id="rId8"/>
    <p:sldId id="276" r:id="rId9"/>
    <p:sldId id="265" r:id="rId10"/>
    <p:sldId id="275" r:id="rId11"/>
    <p:sldId id="274" r:id="rId12"/>
    <p:sldId id="266" r:id="rId13"/>
    <p:sldId id="267" r:id="rId14"/>
    <p:sldId id="279" r:id="rId15"/>
    <p:sldId id="277" r:id="rId16"/>
    <p:sldId id="268" r:id="rId17"/>
    <p:sldId id="278" r:id="rId18"/>
    <p:sldId id="280" r:id="rId19"/>
    <p:sldId id="269" r:id="rId20"/>
    <p:sldId id="270" r:id="rId21"/>
    <p:sldId id="271" r:id="rId22"/>
    <p:sldId id="272" r:id="rId23"/>
    <p:sldId id="273" r:id="rId2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964"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9ecb35b80b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g39ecb35b80b_2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9ecb35b80b_2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39ecb35b80b_2_6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a201f73d4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g3a201f73d42_0_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6ff96e8773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g36ff96e877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a5b41afe8e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g3a5b41afe8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2F17D6FE-BCD7-85E5-231B-C686D481A30A}"/>
            </a:ext>
          </a:extLst>
        </p:cNvPr>
        <p:cNvGrpSpPr/>
        <p:nvPr/>
      </p:nvGrpSpPr>
      <p:grpSpPr>
        <a:xfrm>
          <a:off x="0" y="0"/>
          <a:ext cx="0" cy="0"/>
          <a:chOff x="0" y="0"/>
          <a:chExt cx="0" cy="0"/>
        </a:xfrm>
      </p:grpSpPr>
      <p:sp>
        <p:nvSpPr>
          <p:cNvPr id="160" name="Google Shape;160;g3a5b41afe8e_0_10:notes">
            <a:extLst>
              <a:ext uri="{FF2B5EF4-FFF2-40B4-BE49-F238E27FC236}">
                <a16:creationId xmlns:a16="http://schemas.microsoft.com/office/drawing/2014/main" id="{2BE6EB49-6006-8C3E-2A82-563E5113EC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g3a5b41afe8e_0_10:notes">
            <a:extLst>
              <a:ext uri="{FF2B5EF4-FFF2-40B4-BE49-F238E27FC236}">
                <a16:creationId xmlns:a16="http://schemas.microsoft.com/office/drawing/2014/main" id="{E4E3CFAC-FA54-C036-35C0-3529FF135F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2988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C4EC3637-9BF6-D52E-0375-1528E3C1F783}"/>
            </a:ext>
          </a:extLst>
        </p:cNvPr>
        <p:cNvGrpSpPr/>
        <p:nvPr/>
      </p:nvGrpSpPr>
      <p:grpSpPr>
        <a:xfrm>
          <a:off x="0" y="0"/>
          <a:ext cx="0" cy="0"/>
          <a:chOff x="0" y="0"/>
          <a:chExt cx="0" cy="0"/>
        </a:xfrm>
      </p:grpSpPr>
      <p:sp>
        <p:nvSpPr>
          <p:cNvPr id="160" name="Google Shape;160;g3a5b41afe8e_0_10:notes">
            <a:extLst>
              <a:ext uri="{FF2B5EF4-FFF2-40B4-BE49-F238E27FC236}">
                <a16:creationId xmlns:a16="http://schemas.microsoft.com/office/drawing/2014/main" id="{0DD745AE-F02E-99BD-E634-0B08F96E08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g3a5b41afe8e_0_10:notes">
            <a:extLst>
              <a:ext uri="{FF2B5EF4-FFF2-40B4-BE49-F238E27FC236}">
                <a16:creationId xmlns:a16="http://schemas.microsoft.com/office/drawing/2014/main" id="{DE6DCF13-5A6E-6E62-2C78-E0A4C8C750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2759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a201f73d4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3a201f73d4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a:extLst>
            <a:ext uri="{FF2B5EF4-FFF2-40B4-BE49-F238E27FC236}">
              <a16:creationId xmlns:a16="http://schemas.microsoft.com/office/drawing/2014/main" id="{8D93C2B9-38A2-2E74-D517-334559658048}"/>
            </a:ext>
          </a:extLst>
        </p:cNvPr>
        <p:cNvGrpSpPr/>
        <p:nvPr/>
      </p:nvGrpSpPr>
      <p:grpSpPr>
        <a:xfrm>
          <a:off x="0" y="0"/>
          <a:ext cx="0" cy="0"/>
          <a:chOff x="0" y="0"/>
          <a:chExt cx="0" cy="0"/>
        </a:xfrm>
      </p:grpSpPr>
      <p:sp>
        <p:nvSpPr>
          <p:cNvPr id="175" name="Google Shape;175;g3a201f73d42_0_20:notes">
            <a:extLst>
              <a:ext uri="{FF2B5EF4-FFF2-40B4-BE49-F238E27FC236}">
                <a16:creationId xmlns:a16="http://schemas.microsoft.com/office/drawing/2014/main" id="{7F67784D-18E4-315B-352C-F1CC3CF63A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3a201f73d42_0_20:notes">
            <a:extLst>
              <a:ext uri="{FF2B5EF4-FFF2-40B4-BE49-F238E27FC236}">
                <a16:creationId xmlns:a16="http://schemas.microsoft.com/office/drawing/2014/main" id="{CF285A1B-1195-71DA-79BD-D95A67E610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8202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23FB2871-1D8C-09EA-E5BF-6334311777F6}"/>
            </a:ext>
          </a:extLst>
        </p:cNvPr>
        <p:cNvGrpSpPr/>
        <p:nvPr/>
      </p:nvGrpSpPr>
      <p:grpSpPr>
        <a:xfrm>
          <a:off x="0" y="0"/>
          <a:ext cx="0" cy="0"/>
          <a:chOff x="0" y="0"/>
          <a:chExt cx="0" cy="0"/>
        </a:xfrm>
      </p:grpSpPr>
      <p:sp>
        <p:nvSpPr>
          <p:cNvPr id="169" name="Google Shape;169;g3a201f73d42_0_5:notes">
            <a:extLst>
              <a:ext uri="{FF2B5EF4-FFF2-40B4-BE49-F238E27FC236}">
                <a16:creationId xmlns:a16="http://schemas.microsoft.com/office/drawing/2014/main" id="{1488EBEC-4251-7446-0D91-4145800782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3a201f73d42_0_5:notes">
            <a:extLst>
              <a:ext uri="{FF2B5EF4-FFF2-40B4-BE49-F238E27FC236}">
                <a16:creationId xmlns:a16="http://schemas.microsoft.com/office/drawing/2014/main" id="{9704FF27-D3AB-D510-F614-76EEB1D84F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2393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a201f73d42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3a201f73d42_0_2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a201f73d4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3a201f73d4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17337665-6675-DB99-4DFE-28A2F991E66D}"/>
            </a:ext>
          </a:extLst>
        </p:cNvPr>
        <p:cNvGrpSpPr/>
        <p:nvPr/>
      </p:nvGrpSpPr>
      <p:grpSpPr>
        <a:xfrm>
          <a:off x="0" y="0"/>
          <a:ext cx="0" cy="0"/>
          <a:chOff x="0" y="0"/>
          <a:chExt cx="0" cy="0"/>
        </a:xfrm>
      </p:grpSpPr>
      <p:sp>
        <p:nvSpPr>
          <p:cNvPr id="187" name="Google Shape;187;g3a201f73d42_0_25:notes">
            <a:extLst>
              <a:ext uri="{FF2B5EF4-FFF2-40B4-BE49-F238E27FC236}">
                <a16:creationId xmlns:a16="http://schemas.microsoft.com/office/drawing/2014/main" id="{8DCCC19F-DD6E-0692-7249-27B2AD658D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g3a201f73d42_0_25:notes">
            <a:extLst>
              <a:ext uri="{FF2B5EF4-FFF2-40B4-BE49-F238E27FC236}">
                <a16:creationId xmlns:a16="http://schemas.microsoft.com/office/drawing/2014/main" id="{3372BE37-C679-D7D4-6A14-B11D61A1C5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5192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A742D889-2004-B5ED-1C62-113326B61AE2}"/>
            </a:ext>
          </a:extLst>
        </p:cNvPr>
        <p:cNvGrpSpPr/>
        <p:nvPr/>
      </p:nvGrpSpPr>
      <p:grpSpPr>
        <a:xfrm>
          <a:off x="0" y="0"/>
          <a:ext cx="0" cy="0"/>
          <a:chOff x="0" y="0"/>
          <a:chExt cx="0" cy="0"/>
        </a:xfrm>
      </p:grpSpPr>
      <p:sp>
        <p:nvSpPr>
          <p:cNvPr id="169" name="Google Shape;169;g3a201f73d42_0_5:notes">
            <a:extLst>
              <a:ext uri="{FF2B5EF4-FFF2-40B4-BE49-F238E27FC236}">
                <a16:creationId xmlns:a16="http://schemas.microsoft.com/office/drawing/2014/main" id="{A14EB3A2-E934-3BB2-E4F4-FA0010F619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g3a201f73d42_0_5:notes">
            <a:extLst>
              <a:ext uri="{FF2B5EF4-FFF2-40B4-BE49-F238E27FC236}">
                <a16:creationId xmlns:a16="http://schemas.microsoft.com/office/drawing/2014/main" id="{411B8623-37FE-825B-A526-05FDD6384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6358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a201f73d42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g3a201f73d42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a:extLst>
            <a:ext uri="{FF2B5EF4-FFF2-40B4-BE49-F238E27FC236}">
              <a16:creationId xmlns:a16="http://schemas.microsoft.com/office/drawing/2014/main" id="{A0B909A7-E26C-2A49-CFC8-F8A00DEE53F6}"/>
            </a:ext>
          </a:extLst>
        </p:cNvPr>
        <p:cNvGrpSpPr/>
        <p:nvPr/>
      </p:nvGrpSpPr>
      <p:grpSpPr>
        <a:xfrm>
          <a:off x="0" y="0"/>
          <a:ext cx="0" cy="0"/>
          <a:chOff x="0" y="0"/>
          <a:chExt cx="0" cy="0"/>
        </a:xfrm>
      </p:grpSpPr>
      <p:sp>
        <p:nvSpPr>
          <p:cNvPr id="181" name="Google Shape;181;g3a201f73d42_0_10:notes">
            <a:extLst>
              <a:ext uri="{FF2B5EF4-FFF2-40B4-BE49-F238E27FC236}">
                <a16:creationId xmlns:a16="http://schemas.microsoft.com/office/drawing/2014/main" id="{C52F6554-AE5D-AA39-A3B9-1C5F241069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3a201f73d42_0_10:notes">
            <a:extLst>
              <a:ext uri="{FF2B5EF4-FFF2-40B4-BE49-F238E27FC236}">
                <a16:creationId xmlns:a16="http://schemas.microsoft.com/office/drawing/2014/main" id="{5DA059B1-30BD-A7B9-1459-B40971B756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34607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DB7D581B-5BF8-BF51-BA54-4F49EE18C209}"/>
            </a:ext>
          </a:extLst>
        </p:cNvPr>
        <p:cNvGrpSpPr/>
        <p:nvPr/>
      </p:nvGrpSpPr>
      <p:grpSpPr>
        <a:xfrm>
          <a:off x="0" y="0"/>
          <a:ext cx="0" cy="0"/>
          <a:chOff x="0" y="0"/>
          <a:chExt cx="0" cy="0"/>
        </a:xfrm>
      </p:grpSpPr>
      <p:sp>
        <p:nvSpPr>
          <p:cNvPr id="187" name="Google Shape;187;g3a201f73d42_0_25:notes">
            <a:extLst>
              <a:ext uri="{FF2B5EF4-FFF2-40B4-BE49-F238E27FC236}">
                <a16:creationId xmlns:a16="http://schemas.microsoft.com/office/drawing/2014/main" id="{716D06C2-269B-A465-802A-2E5A202BEF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g3a201f73d42_0_25:notes">
            <a:extLst>
              <a:ext uri="{FF2B5EF4-FFF2-40B4-BE49-F238E27FC236}">
                <a16:creationId xmlns:a16="http://schemas.microsoft.com/office/drawing/2014/main" id="{F194BD61-5BD3-0980-0B0F-EE9950941E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40669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201f73d4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3a201f73d42_0_1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6ff96e877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g36ff96e8773_0_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a201f73d4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g3a201f73d42_0_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6ff96e877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6ff96e8773_0_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9ecb35b80b_2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39ecb35b80b_2_7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blipFill>
          <a:blip r:embed="rId2">
            <a:alphaModFix/>
          </a:blip>
          <a:stretch>
            <a:fillRect/>
          </a:stretch>
        </a:blip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4"/>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416B"/>
              </a:buClr>
              <a:buSzPts val="3200"/>
              <a:buFont typeface="Arial"/>
              <a:buNone/>
              <a:defRPr sz="32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Section Header">
  <p:cSld name="1_Section Header">
    <p:bg>
      <p:bgPr>
        <a:blipFill>
          <a:blip r:embed="rId2">
            <a:alphaModFix/>
          </a:blip>
          <a:stretch>
            <a:fillRect/>
          </a:stretch>
        </a:blipFill>
        <a:effectLst/>
      </p:bgPr>
    </p:bg>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2363935" y="1337500"/>
            <a:ext cx="6306729" cy="1134383"/>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1416B"/>
              </a:buClr>
              <a:buSzPts val="2800"/>
              <a:buFont typeface="Arial"/>
              <a:buNone/>
              <a:defRPr sz="28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5"/>
          <p:cNvSpPr txBox="1">
            <a:spLocks noGrp="1"/>
          </p:cNvSpPr>
          <p:nvPr>
            <p:ph type="body" idx="1"/>
          </p:nvPr>
        </p:nvSpPr>
        <p:spPr>
          <a:xfrm>
            <a:off x="2363935" y="2671618"/>
            <a:ext cx="2504276" cy="1007642"/>
          </a:xfrm>
          <a:prstGeom prst="rect">
            <a:avLst/>
          </a:prstGeom>
          <a:noFill/>
          <a:ln>
            <a:noFill/>
          </a:ln>
        </p:spPr>
        <p:txBody>
          <a:bodyPr spcFirstLastPara="1" wrap="square" lIns="91425" tIns="45700" rIns="91425" bIns="45700" anchor="t" anchorCtr="0">
            <a:normAutofit/>
          </a:bodyPr>
          <a:lstStyle>
            <a:lvl1pPr marL="457200" lvl="0" indent="-228600" algn="l">
              <a:lnSpc>
                <a:spcPct val="148571"/>
              </a:lnSpc>
              <a:spcBef>
                <a:spcPts val="1000"/>
              </a:spcBef>
              <a:spcAft>
                <a:spcPts val="0"/>
              </a:spcAft>
              <a:buClr>
                <a:schemeClr val="dk1"/>
              </a:buClr>
              <a:buSzPts val="1050"/>
              <a:buFont typeface="Arial"/>
              <a:buNone/>
              <a:defRPr sz="1050">
                <a:solidFill>
                  <a:schemeClr val="dk1"/>
                </a:solidFill>
              </a:defRPr>
            </a:lvl1pPr>
            <a:lvl2pPr marL="914400" lvl="1" indent="-228600" algn="l">
              <a:lnSpc>
                <a:spcPct val="90000"/>
              </a:lnSpc>
              <a:spcBef>
                <a:spcPts val="500"/>
              </a:spcBef>
              <a:spcAft>
                <a:spcPts val="0"/>
              </a:spcAft>
              <a:buClr>
                <a:schemeClr val="dk1"/>
              </a:buClr>
              <a:buSzPts val="2400"/>
              <a:buFont typeface="Arial"/>
              <a:buNone/>
              <a:defRPr/>
            </a:lvl2pPr>
            <a:lvl3pPr marL="1371600" lvl="2" indent="-228600" algn="l">
              <a:lnSpc>
                <a:spcPct val="90000"/>
              </a:lnSpc>
              <a:spcBef>
                <a:spcPts val="500"/>
              </a:spcBef>
              <a:spcAft>
                <a:spcPts val="0"/>
              </a:spcAft>
              <a:buClr>
                <a:schemeClr val="dk1"/>
              </a:buClr>
              <a:buSzPts val="2000"/>
              <a:buFont typeface="Arial"/>
              <a:buNone/>
              <a:defRPr/>
            </a:lvl3pPr>
            <a:lvl4pPr marL="1828800" lvl="3" indent="-228600" algn="l">
              <a:lnSpc>
                <a:spcPct val="90000"/>
              </a:lnSpc>
              <a:spcBef>
                <a:spcPts val="500"/>
              </a:spcBef>
              <a:spcAft>
                <a:spcPts val="0"/>
              </a:spcAft>
              <a:buClr>
                <a:schemeClr val="dk1"/>
              </a:buClr>
              <a:buSzPts val="1800"/>
              <a:buFont typeface="Arial"/>
              <a:buNone/>
              <a:defRPr/>
            </a:lvl4pPr>
            <a:lvl5pPr marL="2286000" lvl="4" indent="-228600" algn="l">
              <a:lnSpc>
                <a:spcPct val="90000"/>
              </a:lnSpc>
              <a:spcBef>
                <a:spcPts val="500"/>
              </a:spcBef>
              <a:spcAft>
                <a:spcPts val="0"/>
              </a:spcAft>
              <a:buClr>
                <a:schemeClr val="dk1"/>
              </a:buClr>
              <a:buSzPts val="1800"/>
              <a:buFont typeface="Arial"/>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p:cSld name="Two Content">
    <p:bg>
      <p:bgPr>
        <a:blipFill>
          <a:blip r:embed="rId2">
            <a:alphaModFix/>
          </a:blip>
          <a:stretch>
            <a:fillRect/>
          </a:stretch>
        </a:blipFill>
        <a:effectLst/>
      </p:bgPr>
    </p:bg>
    <p:spTree>
      <p:nvGrpSpPr>
        <p:cNvPr id="1" name="Shape 59"/>
        <p:cNvGrpSpPr/>
        <p:nvPr/>
      </p:nvGrpSpPr>
      <p:grpSpPr>
        <a:xfrm>
          <a:off x="0" y="0"/>
          <a:ext cx="0" cy="0"/>
          <a:chOff x="0" y="0"/>
          <a:chExt cx="0" cy="0"/>
        </a:xfrm>
      </p:grpSpPr>
      <p:sp>
        <p:nvSpPr>
          <p:cNvPr id="60" name="Google Shape;60;p16"/>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6"/>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1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416B"/>
              </a:buClr>
              <a:buSzPts val="3200"/>
              <a:buFont typeface="Arial"/>
              <a:buNone/>
              <a:defRPr sz="32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bg>
      <p:bgPr>
        <a:blipFill>
          <a:blip r:embed="rId2">
            <a:alphaModFix/>
          </a:blip>
          <a:stretch>
            <a:fillRect/>
          </a:stretch>
        </a:blipFill>
        <a:effectLst/>
      </p:bgPr>
    </p:bg>
    <p:spTree>
      <p:nvGrpSpPr>
        <p:cNvPr id="1" name="Shape 63"/>
        <p:cNvGrpSpPr/>
        <p:nvPr/>
      </p:nvGrpSpPr>
      <p:grpSpPr>
        <a:xfrm>
          <a:off x="0" y="0"/>
          <a:ext cx="0" cy="0"/>
          <a:chOff x="0" y="0"/>
          <a:chExt cx="0" cy="0"/>
        </a:xfrm>
      </p:grpSpPr>
      <p:sp>
        <p:nvSpPr>
          <p:cNvPr id="64" name="Google Shape;64;p17"/>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5" name="Google Shape;65;p17"/>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17"/>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7" name="Google Shape;67;p17"/>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7"/>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416B"/>
              </a:buClr>
              <a:buSzPts val="3200"/>
              <a:buFont typeface="Arial"/>
              <a:buNone/>
              <a:defRPr sz="32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Title Only">
    <p:bg>
      <p:bgPr>
        <a:blipFill>
          <a:blip r:embed="rId2">
            <a:alphaModFix/>
          </a:blip>
          <a:stretch>
            <a:fillRect/>
          </a:stretch>
        </a:blipFill>
        <a:effectLst/>
      </p:bgPr>
    </p:bg>
    <p:spTree>
      <p:nvGrpSpPr>
        <p:cNvPr id="1" name="Shape 69"/>
        <p:cNvGrpSpPr/>
        <p:nvPr/>
      </p:nvGrpSpPr>
      <p:grpSpPr>
        <a:xfrm>
          <a:off x="0" y="0"/>
          <a:ext cx="0" cy="0"/>
          <a:chOff x="0" y="0"/>
          <a:chExt cx="0" cy="0"/>
        </a:xfrm>
      </p:grpSpPr>
      <p:sp>
        <p:nvSpPr>
          <p:cNvPr id="70" name="Google Shape;70;p18"/>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416B"/>
              </a:buClr>
              <a:buSzPts val="3200"/>
              <a:buFont typeface="Arial"/>
              <a:buNone/>
              <a:defRPr sz="32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71"/>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blipFill>
          <a:blip r:embed="rId2">
            <a:alphaModFix/>
          </a:blip>
          <a:stretch>
            <a:fillRect/>
          </a:stretch>
        </a:blipFill>
        <a:effectLst/>
      </p:bgPr>
    </p:bg>
    <p:spTree>
      <p:nvGrpSpPr>
        <p:cNvPr id="1" name="Shape 72"/>
        <p:cNvGrpSpPr/>
        <p:nvPr/>
      </p:nvGrpSpPr>
      <p:grpSpPr>
        <a:xfrm>
          <a:off x="0" y="0"/>
          <a:ext cx="0" cy="0"/>
          <a:chOff x="0" y="0"/>
          <a:chExt cx="0" cy="0"/>
        </a:xfrm>
      </p:grpSpPr>
      <p:sp>
        <p:nvSpPr>
          <p:cNvPr id="73" name="Google Shape;73;p20"/>
          <p:cNvSpPr txBox="1">
            <a:spLocks noGrp="1"/>
          </p:cNvSpPr>
          <p:nvPr>
            <p:ph type="body" idx="1"/>
          </p:nvPr>
        </p:nvSpPr>
        <p:spPr>
          <a:xfrm>
            <a:off x="3887391" y="740570"/>
            <a:ext cx="4629150" cy="3655219"/>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20"/>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20"/>
          <p:cNvSpPr txBox="1">
            <a:spLocks noGrp="1"/>
          </p:cNvSpPr>
          <p:nvPr>
            <p:ph type="title"/>
          </p:nvPr>
        </p:nvSpPr>
        <p:spPr>
          <a:xfrm>
            <a:off x="628650" y="363140"/>
            <a:ext cx="2949178"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416B"/>
              </a:buClr>
              <a:buSzPts val="3200"/>
              <a:buFont typeface="Arial"/>
              <a:buNone/>
              <a:defRPr sz="32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bg>
      <p:bgPr>
        <a:blipFill>
          <a:blip r:embed="rId2">
            <a:alphaModFix/>
          </a:blip>
          <a:stretch>
            <a:fillRect/>
          </a:stretch>
        </a:blipFill>
        <a:effectLst/>
      </p:bgPr>
    </p:bg>
    <p:spTree>
      <p:nvGrpSpPr>
        <p:cNvPr id="1" name="Shape 76"/>
        <p:cNvGrpSpPr/>
        <p:nvPr/>
      </p:nvGrpSpPr>
      <p:grpSpPr>
        <a:xfrm>
          <a:off x="0" y="0"/>
          <a:ext cx="0" cy="0"/>
          <a:chOff x="0" y="0"/>
          <a:chExt cx="0" cy="0"/>
        </a:xfrm>
      </p:grpSpPr>
      <p:sp>
        <p:nvSpPr>
          <p:cNvPr id="77" name="Google Shape;77;p21"/>
          <p:cNvSpPr>
            <a:spLocks noGrp="1"/>
          </p:cNvSpPr>
          <p:nvPr>
            <p:ph type="pic" idx="2"/>
          </p:nvPr>
        </p:nvSpPr>
        <p:spPr>
          <a:xfrm>
            <a:off x="3887391" y="740570"/>
            <a:ext cx="4629150" cy="3655219"/>
          </a:xfrm>
          <a:prstGeom prst="rect">
            <a:avLst/>
          </a:prstGeom>
          <a:noFill/>
          <a:ln>
            <a:noFill/>
          </a:ln>
        </p:spPr>
      </p:sp>
      <p:sp>
        <p:nvSpPr>
          <p:cNvPr id="78" name="Google Shape;78;p21"/>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9" name="Google Shape;79;p21"/>
          <p:cNvSpPr txBox="1">
            <a:spLocks noGrp="1"/>
          </p:cNvSpPr>
          <p:nvPr>
            <p:ph type="title"/>
          </p:nvPr>
        </p:nvSpPr>
        <p:spPr>
          <a:xfrm>
            <a:off x="628650" y="363140"/>
            <a:ext cx="2949178"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1416B"/>
              </a:buClr>
              <a:buSzPts val="3200"/>
              <a:buFont typeface="Arial"/>
              <a:buNone/>
              <a:defRPr sz="3200">
                <a:solidFill>
                  <a:srgbClr val="01416B"/>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0">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1"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grpSp>
        <p:nvGrpSpPr>
          <p:cNvPr id="84" name="Google Shape;84;p22"/>
          <p:cNvGrpSpPr/>
          <p:nvPr/>
        </p:nvGrpSpPr>
        <p:grpSpPr>
          <a:xfrm>
            <a:off x="-6429" y="1312964"/>
            <a:ext cx="4379322" cy="2186656"/>
            <a:chOff x="-8572" y="1192974"/>
            <a:chExt cx="6594156" cy="4390072"/>
          </a:xfrm>
        </p:grpSpPr>
        <p:sp>
          <p:nvSpPr>
            <p:cNvPr id="85" name="Google Shape;85;p22"/>
            <p:cNvSpPr/>
            <p:nvPr/>
          </p:nvSpPr>
          <p:spPr>
            <a:xfrm>
              <a:off x="-8509" y="1192974"/>
              <a:ext cx="6585965" cy="2462466"/>
            </a:xfrm>
            <a:custGeom>
              <a:avLst/>
              <a:gdLst/>
              <a:ahLst/>
              <a:cxnLst/>
              <a:rect l="l" t="t" r="r" b="b"/>
              <a:pathLst>
                <a:path w="6585965" h="2462466" extrusionOk="0">
                  <a:moveTo>
                    <a:pt x="0" y="9715"/>
                  </a:moveTo>
                  <a:lnTo>
                    <a:pt x="3414014" y="1412621"/>
                  </a:lnTo>
                  <a:lnTo>
                    <a:pt x="0" y="510540"/>
                  </a:lnTo>
                  <a:lnTo>
                    <a:pt x="0" y="519874"/>
                  </a:lnTo>
                  <a:lnTo>
                    <a:pt x="3474403" y="1437958"/>
                  </a:lnTo>
                  <a:lnTo>
                    <a:pt x="3474403" y="1525715"/>
                  </a:lnTo>
                  <a:lnTo>
                    <a:pt x="0" y="617157"/>
                  </a:lnTo>
                  <a:lnTo>
                    <a:pt x="0" y="626491"/>
                  </a:lnTo>
                  <a:lnTo>
                    <a:pt x="3458845" y="1530922"/>
                  </a:lnTo>
                  <a:lnTo>
                    <a:pt x="3090863" y="1603947"/>
                  </a:lnTo>
                  <a:lnTo>
                    <a:pt x="6580378" y="2461070"/>
                  </a:lnTo>
                  <a:lnTo>
                    <a:pt x="6585966" y="2462466"/>
                  </a:lnTo>
                  <a:lnTo>
                    <a:pt x="6585966" y="2398268"/>
                  </a:lnTo>
                  <a:lnTo>
                    <a:pt x="4479735" y="1546162"/>
                  </a:lnTo>
                  <a:lnTo>
                    <a:pt x="2523744" y="1027875"/>
                  </a:lnTo>
                  <a:lnTo>
                    <a:pt x="2521522" y="1036193"/>
                  </a:lnTo>
                  <a:lnTo>
                    <a:pt x="0" y="0"/>
                  </a:lnTo>
                  <a:lnTo>
                    <a:pt x="0" y="9715"/>
                  </a:lnTo>
                  <a:close/>
                  <a:moveTo>
                    <a:pt x="6576886" y="2404237"/>
                  </a:moveTo>
                  <a:lnTo>
                    <a:pt x="6576886" y="2450910"/>
                  </a:lnTo>
                  <a:lnTo>
                    <a:pt x="3132328" y="1604836"/>
                  </a:lnTo>
                  <a:lnTo>
                    <a:pt x="3324543" y="1566672"/>
                  </a:lnTo>
                  <a:lnTo>
                    <a:pt x="6465824" y="2359279"/>
                  </a:lnTo>
                  <a:lnTo>
                    <a:pt x="6576886" y="2404237"/>
                  </a:lnTo>
                  <a:close/>
                  <a:moveTo>
                    <a:pt x="6404801" y="2334641"/>
                  </a:moveTo>
                  <a:lnTo>
                    <a:pt x="3345117" y="1562608"/>
                  </a:lnTo>
                  <a:lnTo>
                    <a:pt x="3478721" y="1536065"/>
                  </a:lnTo>
                  <a:lnTo>
                    <a:pt x="6068060" y="2198434"/>
                  </a:lnTo>
                  <a:lnTo>
                    <a:pt x="6404801" y="2334641"/>
                  </a:lnTo>
                  <a:close/>
                  <a:moveTo>
                    <a:pt x="4476941" y="1554734"/>
                  </a:moveTo>
                  <a:lnTo>
                    <a:pt x="6005703" y="2173224"/>
                  </a:lnTo>
                  <a:lnTo>
                    <a:pt x="3483420" y="1528001"/>
                  </a:lnTo>
                  <a:lnTo>
                    <a:pt x="3483420" y="1430973"/>
                  </a:lnTo>
                  <a:lnTo>
                    <a:pt x="3480372" y="1430147"/>
                  </a:lnTo>
                  <a:lnTo>
                    <a:pt x="2524379" y="1037273"/>
                  </a:lnTo>
                  <a:lnTo>
                    <a:pt x="4476941" y="1554734"/>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86" name="Google Shape;86;p22"/>
            <p:cNvSpPr/>
            <p:nvPr/>
          </p:nvSpPr>
          <p:spPr>
            <a:xfrm>
              <a:off x="-8572" y="4316348"/>
              <a:ext cx="193547" cy="892429"/>
            </a:xfrm>
            <a:custGeom>
              <a:avLst/>
              <a:gdLst/>
              <a:ahLst/>
              <a:cxnLst/>
              <a:rect l="l" t="t" r="r" b="b"/>
              <a:pathLst>
                <a:path w="193547" h="892429" extrusionOk="0">
                  <a:moveTo>
                    <a:pt x="193548" y="892429"/>
                  </a:moveTo>
                  <a:lnTo>
                    <a:pt x="193548" y="330073"/>
                  </a:lnTo>
                  <a:cubicBezTo>
                    <a:pt x="193548" y="130683"/>
                    <a:pt x="182118" y="0"/>
                    <a:pt x="28893" y="0"/>
                  </a:cubicBezTo>
                  <a:cubicBezTo>
                    <a:pt x="19114" y="0"/>
                    <a:pt x="9462" y="1270"/>
                    <a:pt x="0" y="3620"/>
                  </a:cubicBezTo>
                  <a:lnTo>
                    <a:pt x="0" y="13017"/>
                  </a:lnTo>
                  <a:cubicBezTo>
                    <a:pt x="9462" y="10478"/>
                    <a:pt x="19050" y="9017"/>
                    <a:pt x="28893" y="9017"/>
                  </a:cubicBezTo>
                  <a:cubicBezTo>
                    <a:pt x="95758" y="9017"/>
                    <a:pt x="135573" y="33528"/>
                    <a:pt x="158052" y="88392"/>
                  </a:cubicBezTo>
                  <a:cubicBezTo>
                    <a:pt x="180023" y="142177"/>
                    <a:pt x="184531" y="223901"/>
                    <a:pt x="184531" y="330073"/>
                  </a:cubicBezTo>
                  <a:lnTo>
                    <a:pt x="184531" y="892429"/>
                  </a:lnTo>
                  <a:lnTo>
                    <a:pt x="193548" y="892429"/>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87" name="Google Shape;87;p22"/>
            <p:cNvSpPr/>
            <p:nvPr/>
          </p:nvSpPr>
          <p:spPr>
            <a:xfrm>
              <a:off x="6056160" y="3712971"/>
              <a:ext cx="80896" cy="1309751"/>
            </a:xfrm>
            <a:custGeom>
              <a:avLst/>
              <a:gdLst/>
              <a:ahLst/>
              <a:cxnLst/>
              <a:rect l="l" t="t" r="r" b="b"/>
              <a:pathLst>
                <a:path w="80896" h="1309751" extrusionOk="0">
                  <a:moveTo>
                    <a:pt x="53873" y="9208"/>
                  </a:moveTo>
                  <a:cubicBezTo>
                    <a:pt x="48095" y="3112"/>
                    <a:pt x="41364" y="0"/>
                    <a:pt x="33934" y="0"/>
                  </a:cubicBezTo>
                  <a:cubicBezTo>
                    <a:pt x="33934" y="0"/>
                    <a:pt x="33934" y="0"/>
                    <a:pt x="33934" y="0"/>
                  </a:cubicBezTo>
                  <a:cubicBezTo>
                    <a:pt x="29616" y="0"/>
                    <a:pt x="25679" y="1842"/>
                    <a:pt x="22187" y="5398"/>
                  </a:cubicBezTo>
                  <a:cubicBezTo>
                    <a:pt x="-3150" y="31433"/>
                    <a:pt x="-102" y="157417"/>
                    <a:pt x="343" y="171577"/>
                  </a:cubicBezTo>
                  <a:lnTo>
                    <a:pt x="343" y="1308926"/>
                  </a:lnTo>
                  <a:lnTo>
                    <a:pt x="9360" y="1308926"/>
                  </a:lnTo>
                  <a:lnTo>
                    <a:pt x="9360" y="171387"/>
                  </a:lnTo>
                  <a:cubicBezTo>
                    <a:pt x="8217" y="133668"/>
                    <a:pt x="9487" y="31369"/>
                    <a:pt x="28664" y="11621"/>
                  </a:cubicBezTo>
                  <a:cubicBezTo>
                    <a:pt x="30378" y="9843"/>
                    <a:pt x="32093" y="8954"/>
                    <a:pt x="33934" y="8954"/>
                  </a:cubicBezTo>
                  <a:cubicBezTo>
                    <a:pt x="33934" y="8954"/>
                    <a:pt x="33934" y="8954"/>
                    <a:pt x="33934" y="8954"/>
                  </a:cubicBezTo>
                  <a:cubicBezTo>
                    <a:pt x="38887" y="8954"/>
                    <a:pt x="43332" y="11049"/>
                    <a:pt x="47333" y="15367"/>
                  </a:cubicBezTo>
                  <a:cubicBezTo>
                    <a:pt x="78511" y="48451"/>
                    <a:pt x="71082" y="185103"/>
                    <a:pt x="71018" y="186754"/>
                  </a:cubicBezTo>
                  <a:lnTo>
                    <a:pt x="71018" y="1309751"/>
                  </a:lnTo>
                  <a:lnTo>
                    <a:pt x="80035" y="1309751"/>
                  </a:lnTo>
                  <a:lnTo>
                    <a:pt x="80035" y="187008"/>
                  </a:lnTo>
                  <a:cubicBezTo>
                    <a:pt x="80289" y="181229"/>
                    <a:pt x="87719" y="45085"/>
                    <a:pt x="53873" y="9208"/>
                  </a:cubicBez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88" name="Google Shape;88;p22"/>
            <p:cNvSpPr/>
            <p:nvPr/>
          </p:nvSpPr>
          <p:spPr>
            <a:xfrm>
              <a:off x="-8509" y="4273677"/>
              <a:ext cx="305371" cy="938657"/>
            </a:xfrm>
            <a:custGeom>
              <a:avLst/>
              <a:gdLst/>
              <a:ahLst/>
              <a:cxnLst/>
              <a:rect l="l" t="t" r="r" b="b"/>
              <a:pathLst>
                <a:path w="305371" h="938657" extrusionOk="0">
                  <a:moveTo>
                    <a:pt x="305372" y="938657"/>
                  </a:moveTo>
                  <a:lnTo>
                    <a:pt x="305372" y="319405"/>
                  </a:lnTo>
                  <a:cubicBezTo>
                    <a:pt x="305372" y="31115"/>
                    <a:pt x="139065" y="0"/>
                    <a:pt x="67564" y="0"/>
                  </a:cubicBezTo>
                  <a:cubicBezTo>
                    <a:pt x="44260" y="0"/>
                    <a:pt x="21527" y="5524"/>
                    <a:pt x="0" y="16129"/>
                  </a:cubicBezTo>
                  <a:lnTo>
                    <a:pt x="0" y="26289"/>
                  </a:lnTo>
                  <a:cubicBezTo>
                    <a:pt x="19812" y="15748"/>
                    <a:pt x="42291" y="8953"/>
                    <a:pt x="67564" y="8953"/>
                  </a:cubicBezTo>
                  <a:cubicBezTo>
                    <a:pt x="136335" y="8953"/>
                    <a:pt x="296355" y="39179"/>
                    <a:pt x="296355" y="319341"/>
                  </a:cubicBezTo>
                  <a:lnTo>
                    <a:pt x="296355" y="938594"/>
                  </a:lnTo>
                  <a:lnTo>
                    <a:pt x="305372" y="938594"/>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89" name="Google Shape;89;p22"/>
            <p:cNvSpPr/>
            <p:nvPr/>
          </p:nvSpPr>
          <p:spPr>
            <a:xfrm>
              <a:off x="-8509" y="5457126"/>
              <a:ext cx="4064571" cy="125920"/>
            </a:xfrm>
            <a:custGeom>
              <a:avLst/>
              <a:gdLst/>
              <a:ahLst/>
              <a:cxnLst/>
              <a:rect l="l" t="t" r="r" b="b"/>
              <a:pathLst>
                <a:path w="4064571" h="125920" extrusionOk="0">
                  <a:moveTo>
                    <a:pt x="4058539" y="49530"/>
                  </a:moveTo>
                  <a:lnTo>
                    <a:pt x="4058539" y="0"/>
                  </a:lnTo>
                  <a:lnTo>
                    <a:pt x="0" y="62928"/>
                  </a:lnTo>
                  <a:lnTo>
                    <a:pt x="0" y="71882"/>
                  </a:lnTo>
                  <a:lnTo>
                    <a:pt x="4049522" y="9144"/>
                  </a:lnTo>
                  <a:lnTo>
                    <a:pt x="4049522" y="49720"/>
                  </a:lnTo>
                  <a:lnTo>
                    <a:pt x="0" y="116903"/>
                  </a:lnTo>
                  <a:lnTo>
                    <a:pt x="0" y="125920"/>
                  </a:lnTo>
                  <a:lnTo>
                    <a:pt x="4064572" y="58483"/>
                  </a:lnTo>
                  <a:lnTo>
                    <a:pt x="4064445" y="49466"/>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90" name="Google Shape;90;p22"/>
            <p:cNvSpPr/>
            <p:nvPr/>
          </p:nvSpPr>
          <p:spPr>
            <a:xfrm>
              <a:off x="1157541" y="3998722"/>
              <a:ext cx="9016" cy="198247"/>
            </a:xfrm>
            <a:custGeom>
              <a:avLst/>
              <a:gdLst/>
              <a:ahLst/>
              <a:cxnLst/>
              <a:rect l="l" t="t" r="r" b="b"/>
              <a:pathLst>
                <a:path w="9016" h="198247" extrusionOk="0">
                  <a:moveTo>
                    <a:pt x="0" y="0"/>
                  </a:moveTo>
                  <a:lnTo>
                    <a:pt x="9017" y="0"/>
                  </a:lnTo>
                  <a:lnTo>
                    <a:pt x="9017" y="198247"/>
                  </a:lnTo>
                  <a:lnTo>
                    <a:pt x="0" y="198247"/>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91" name="Google Shape;91;p22"/>
            <p:cNvSpPr/>
            <p:nvPr/>
          </p:nvSpPr>
          <p:spPr>
            <a:xfrm>
              <a:off x="-8572" y="4211891"/>
              <a:ext cx="411281" cy="996886"/>
            </a:xfrm>
            <a:custGeom>
              <a:avLst/>
              <a:gdLst/>
              <a:ahLst/>
              <a:cxnLst/>
              <a:rect l="l" t="t" r="r" b="b"/>
              <a:pathLst>
                <a:path w="411281" h="996886" extrusionOk="0">
                  <a:moveTo>
                    <a:pt x="308356" y="70930"/>
                  </a:moveTo>
                  <a:cubicBezTo>
                    <a:pt x="263271" y="23876"/>
                    <a:pt x="204534" y="0"/>
                    <a:pt x="133731" y="0"/>
                  </a:cubicBezTo>
                  <a:cubicBezTo>
                    <a:pt x="133604" y="0"/>
                    <a:pt x="133477" y="0"/>
                    <a:pt x="133350" y="0"/>
                  </a:cubicBezTo>
                  <a:cubicBezTo>
                    <a:pt x="81979" y="64"/>
                    <a:pt x="37402" y="10732"/>
                    <a:pt x="0" y="31750"/>
                  </a:cubicBezTo>
                  <a:lnTo>
                    <a:pt x="0" y="42101"/>
                  </a:lnTo>
                  <a:cubicBezTo>
                    <a:pt x="37021" y="20130"/>
                    <a:pt x="81598" y="9017"/>
                    <a:pt x="133350" y="8954"/>
                  </a:cubicBezTo>
                  <a:cubicBezTo>
                    <a:pt x="133477" y="8954"/>
                    <a:pt x="133604" y="8954"/>
                    <a:pt x="133731" y="8954"/>
                  </a:cubicBezTo>
                  <a:cubicBezTo>
                    <a:pt x="201930" y="8954"/>
                    <a:pt x="258445" y="31877"/>
                    <a:pt x="301816" y="77089"/>
                  </a:cubicBezTo>
                  <a:cubicBezTo>
                    <a:pt x="410274" y="190246"/>
                    <a:pt x="402146" y="407607"/>
                    <a:pt x="402082" y="409956"/>
                  </a:cubicBezTo>
                  <a:lnTo>
                    <a:pt x="402082" y="996887"/>
                  </a:lnTo>
                  <a:lnTo>
                    <a:pt x="411099" y="996887"/>
                  </a:lnTo>
                  <a:lnTo>
                    <a:pt x="411099" y="410210"/>
                  </a:lnTo>
                  <a:cubicBezTo>
                    <a:pt x="411226" y="407988"/>
                    <a:pt x="419481" y="186880"/>
                    <a:pt x="308356" y="70930"/>
                  </a:cubicBez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92" name="Google Shape;92;p22"/>
            <p:cNvSpPr/>
            <p:nvPr/>
          </p:nvSpPr>
          <p:spPr>
            <a:xfrm>
              <a:off x="-8509" y="2064829"/>
              <a:ext cx="6594093" cy="3399536"/>
            </a:xfrm>
            <a:custGeom>
              <a:avLst/>
              <a:gdLst/>
              <a:ahLst/>
              <a:cxnLst/>
              <a:rect l="l" t="t" r="r" b="b"/>
              <a:pathLst>
                <a:path w="6594093" h="3399536" extrusionOk="0">
                  <a:moveTo>
                    <a:pt x="6293168" y="1599374"/>
                  </a:moveTo>
                  <a:lnTo>
                    <a:pt x="5777675" y="1477518"/>
                  </a:lnTo>
                  <a:lnTo>
                    <a:pt x="5777675" y="1479232"/>
                  </a:lnTo>
                  <a:lnTo>
                    <a:pt x="5661470" y="1493901"/>
                  </a:lnTo>
                  <a:lnTo>
                    <a:pt x="5661470" y="1453579"/>
                  </a:lnTo>
                  <a:lnTo>
                    <a:pt x="5660835" y="1452499"/>
                  </a:lnTo>
                  <a:cubicBezTo>
                    <a:pt x="5660327" y="1451610"/>
                    <a:pt x="5647500" y="1431354"/>
                    <a:pt x="5608447" y="1431354"/>
                  </a:cubicBezTo>
                  <a:cubicBezTo>
                    <a:pt x="5590858" y="1431354"/>
                    <a:pt x="5579428" y="1434846"/>
                    <a:pt x="5574475" y="1441704"/>
                  </a:cubicBezTo>
                  <a:cubicBezTo>
                    <a:pt x="5571427" y="1445959"/>
                    <a:pt x="5571744" y="1450149"/>
                    <a:pt x="5572125" y="1451928"/>
                  </a:cubicBezTo>
                  <a:lnTo>
                    <a:pt x="5572125" y="1492758"/>
                  </a:lnTo>
                  <a:lnTo>
                    <a:pt x="5459159" y="1468501"/>
                  </a:lnTo>
                  <a:lnTo>
                    <a:pt x="5459159" y="1405890"/>
                  </a:lnTo>
                  <a:lnTo>
                    <a:pt x="5458524" y="1404811"/>
                  </a:lnTo>
                  <a:cubicBezTo>
                    <a:pt x="5458016" y="1403922"/>
                    <a:pt x="5445252" y="1382776"/>
                    <a:pt x="5406136" y="1382776"/>
                  </a:cubicBezTo>
                  <a:cubicBezTo>
                    <a:pt x="5388801" y="1382776"/>
                    <a:pt x="5377434" y="1386268"/>
                    <a:pt x="5372354" y="1393254"/>
                  </a:cubicBezTo>
                  <a:cubicBezTo>
                    <a:pt x="5369052" y="1397762"/>
                    <a:pt x="5369497" y="1402207"/>
                    <a:pt x="5369814" y="1404049"/>
                  </a:cubicBezTo>
                  <a:lnTo>
                    <a:pt x="5369814" y="1449324"/>
                  </a:lnTo>
                  <a:lnTo>
                    <a:pt x="5231575" y="1419606"/>
                  </a:lnTo>
                  <a:lnTo>
                    <a:pt x="5231575" y="1357122"/>
                  </a:lnTo>
                  <a:lnTo>
                    <a:pt x="5231003" y="1356106"/>
                  </a:lnTo>
                  <a:cubicBezTo>
                    <a:pt x="5230495" y="1355154"/>
                    <a:pt x="5217732" y="1333500"/>
                    <a:pt x="5178552" y="1333500"/>
                  </a:cubicBezTo>
                  <a:cubicBezTo>
                    <a:pt x="5161344" y="1333500"/>
                    <a:pt x="5150041" y="1337056"/>
                    <a:pt x="5144897" y="1344041"/>
                  </a:cubicBezTo>
                  <a:cubicBezTo>
                    <a:pt x="5141468" y="1348676"/>
                    <a:pt x="5141913" y="1353312"/>
                    <a:pt x="5142294" y="1355154"/>
                  </a:cubicBezTo>
                  <a:lnTo>
                    <a:pt x="5142294" y="1400492"/>
                  </a:lnTo>
                  <a:lnTo>
                    <a:pt x="4968240" y="1363091"/>
                  </a:lnTo>
                  <a:lnTo>
                    <a:pt x="4968240" y="1286066"/>
                  </a:lnTo>
                  <a:lnTo>
                    <a:pt x="4967669" y="1285049"/>
                  </a:lnTo>
                  <a:cubicBezTo>
                    <a:pt x="4967161" y="1284097"/>
                    <a:pt x="4954397" y="1261491"/>
                    <a:pt x="4915218" y="1261491"/>
                  </a:cubicBezTo>
                  <a:cubicBezTo>
                    <a:pt x="4898263" y="1261491"/>
                    <a:pt x="4887024" y="1265047"/>
                    <a:pt x="4881753" y="1272095"/>
                  </a:cubicBezTo>
                  <a:cubicBezTo>
                    <a:pt x="4878070" y="1276985"/>
                    <a:pt x="4878578" y="1281874"/>
                    <a:pt x="4878959" y="1283843"/>
                  </a:cubicBezTo>
                  <a:lnTo>
                    <a:pt x="4878959" y="1343787"/>
                  </a:lnTo>
                  <a:lnTo>
                    <a:pt x="4693349" y="1303909"/>
                  </a:lnTo>
                  <a:lnTo>
                    <a:pt x="4693349" y="1226756"/>
                  </a:lnTo>
                  <a:lnTo>
                    <a:pt x="4692841" y="1225741"/>
                  </a:lnTo>
                  <a:cubicBezTo>
                    <a:pt x="4692333" y="1224724"/>
                    <a:pt x="4679569" y="1201420"/>
                    <a:pt x="4640326" y="1201420"/>
                  </a:cubicBezTo>
                  <a:cubicBezTo>
                    <a:pt x="4623562" y="1201420"/>
                    <a:pt x="4612386" y="1205039"/>
                    <a:pt x="4607052" y="1212088"/>
                  </a:cubicBezTo>
                  <a:cubicBezTo>
                    <a:pt x="4603179" y="1217231"/>
                    <a:pt x="4603687" y="1222375"/>
                    <a:pt x="4604068" y="1224343"/>
                  </a:cubicBezTo>
                  <a:lnTo>
                    <a:pt x="4604068" y="1284668"/>
                  </a:lnTo>
                  <a:lnTo>
                    <a:pt x="4425379" y="1246251"/>
                  </a:lnTo>
                  <a:lnTo>
                    <a:pt x="4425379" y="1164971"/>
                  </a:lnTo>
                  <a:lnTo>
                    <a:pt x="4424871" y="1164019"/>
                  </a:lnTo>
                  <a:cubicBezTo>
                    <a:pt x="4424363" y="1163003"/>
                    <a:pt x="4411599" y="1139000"/>
                    <a:pt x="4372356" y="1139000"/>
                  </a:cubicBezTo>
                  <a:cubicBezTo>
                    <a:pt x="4355783" y="1139000"/>
                    <a:pt x="4344607" y="1142619"/>
                    <a:pt x="4339209" y="1149731"/>
                  </a:cubicBezTo>
                  <a:cubicBezTo>
                    <a:pt x="4335209" y="1155065"/>
                    <a:pt x="4335717" y="1160399"/>
                    <a:pt x="4336098" y="1162431"/>
                  </a:cubicBezTo>
                  <a:lnTo>
                    <a:pt x="4336098" y="1227011"/>
                  </a:lnTo>
                  <a:lnTo>
                    <a:pt x="4110863" y="1178623"/>
                  </a:lnTo>
                  <a:lnTo>
                    <a:pt x="4111181" y="1091946"/>
                  </a:lnTo>
                  <a:lnTo>
                    <a:pt x="4111181" y="1090866"/>
                  </a:lnTo>
                  <a:lnTo>
                    <a:pt x="4110736" y="1089914"/>
                  </a:lnTo>
                  <a:cubicBezTo>
                    <a:pt x="4110228" y="1088835"/>
                    <a:pt x="4097528" y="1063879"/>
                    <a:pt x="4058158" y="1063879"/>
                  </a:cubicBezTo>
                  <a:cubicBezTo>
                    <a:pt x="4041839" y="1063879"/>
                    <a:pt x="4030726" y="1067498"/>
                    <a:pt x="4025202" y="1074738"/>
                  </a:cubicBezTo>
                  <a:cubicBezTo>
                    <a:pt x="4020884" y="1080325"/>
                    <a:pt x="4021455" y="1086104"/>
                    <a:pt x="4021836" y="1088072"/>
                  </a:cubicBezTo>
                  <a:lnTo>
                    <a:pt x="4021836" y="1159447"/>
                  </a:lnTo>
                  <a:lnTo>
                    <a:pt x="3778504" y="1107122"/>
                  </a:lnTo>
                  <a:lnTo>
                    <a:pt x="3778504" y="1011872"/>
                  </a:lnTo>
                  <a:lnTo>
                    <a:pt x="3778060" y="1010983"/>
                  </a:lnTo>
                  <a:cubicBezTo>
                    <a:pt x="3777552" y="1009904"/>
                    <a:pt x="3764852" y="984123"/>
                    <a:pt x="3725481" y="984123"/>
                  </a:cubicBezTo>
                  <a:cubicBezTo>
                    <a:pt x="3709353" y="984123"/>
                    <a:pt x="3698304" y="987806"/>
                    <a:pt x="3692716" y="995045"/>
                  </a:cubicBezTo>
                  <a:cubicBezTo>
                    <a:pt x="3688207" y="1000887"/>
                    <a:pt x="3688779" y="1006919"/>
                    <a:pt x="3689160" y="1008951"/>
                  </a:cubicBezTo>
                  <a:lnTo>
                    <a:pt x="3689160" y="1087945"/>
                  </a:lnTo>
                  <a:lnTo>
                    <a:pt x="3409379" y="1027811"/>
                  </a:lnTo>
                  <a:lnTo>
                    <a:pt x="3409379" y="927608"/>
                  </a:lnTo>
                  <a:lnTo>
                    <a:pt x="3408998" y="926719"/>
                  </a:lnTo>
                  <a:cubicBezTo>
                    <a:pt x="3408490" y="925576"/>
                    <a:pt x="3395790" y="898652"/>
                    <a:pt x="3356420" y="898652"/>
                  </a:cubicBezTo>
                  <a:cubicBezTo>
                    <a:pt x="3340545" y="898652"/>
                    <a:pt x="3329623" y="902335"/>
                    <a:pt x="3323908" y="909638"/>
                  </a:cubicBezTo>
                  <a:cubicBezTo>
                    <a:pt x="3319717" y="915035"/>
                    <a:pt x="3319526" y="921194"/>
                    <a:pt x="3320098" y="924433"/>
                  </a:cubicBezTo>
                  <a:lnTo>
                    <a:pt x="3320098" y="1008634"/>
                  </a:lnTo>
                  <a:lnTo>
                    <a:pt x="3060573" y="952881"/>
                  </a:lnTo>
                  <a:lnTo>
                    <a:pt x="3060573" y="673291"/>
                  </a:lnTo>
                  <a:lnTo>
                    <a:pt x="3060510" y="672465"/>
                  </a:lnTo>
                  <a:cubicBezTo>
                    <a:pt x="3060446" y="672020"/>
                    <a:pt x="3052255" y="630682"/>
                    <a:pt x="2997200" y="630682"/>
                  </a:cubicBezTo>
                  <a:cubicBezTo>
                    <a:pt x="2980182" y="630682"/>
                    <a:pt x="2967292" y="635698"/>
                    <a:pt x="2958910" y="645604"/>
                  </a:cubicBezTo>
                  <a:cubicBezTo>
                    <a:pt x="2946083" y="660717"/>
                    <a:pt x="2948432" y="681863"/>
                    <a:pt x="2948940" y="685101"/>
                  </a:cubicBezTo>
                  <a:lnTo>
                    <a:pt x="2948940" y="928814"/>
                  </a:lnTo>
                  <a:lnTo>
                    <a:pt x="2629726" y="860235"/>
                  </a:lnTo>
                  <a:lnTo>
                    <a:pt x="2629726" y="562419"/>
                  </a:lnTo>
                  <a:lnTo>
                    <a:pt x="2629662" y="561530"/>
                  </a:lnTo>
                  <a:cubicBezTo>
                    <a:pt x="2629599" y="561150"/>
                    <a:pt x="2621344" y="523240"/>
                    <a:pt x="2566353" y="523240"/>
                  </a:cubicBezTo>
                  <a:cubicBezTo>
                    <a:pt x="2549525" y="523240"/>
                    <a:pt x="2536762" y="528256"/>
                    <a:pt x="2528316" y="538163"/>
                  </a:cubicBezTo>
                  <a:cubicBezTo>
                    <a:pt x="2515108" y="553656"/>
                    <a:pt x="2517585" y="575564"/>
                    <a:pt x="2518029" y="578866"/>
                  </a:cubicBezTo>
                  <a:lnTo>
                    <a:pt x="2518029" y="729107"/>
                  </a:lnTo>
                  <a:lnTo>
                    <a:pt x="2268919" y="808990"/>
                  </a:lnTo>
                  <a:lnTo>
                    <a:pt x="2160842" y="785241"/>
                  </a:lnTo>
                  <a:lnTo>
                    <a:pt x="2160842" y="448056"/>
                  </a:lnTo>
                  <a:lnTo>
                    <a:pt x="2160778" y="447294"/>
                  </a:lnTo>
                  <a:cubicBezTo>
                    <a:pt x="2160715" y="446849"/>
                    <a:pt x="2152587" y="401955"/>
                    <a:pt x="2097405" y="401955"/>
                  </a:cubicBezTo>
                  <a:cubicBezTo>
                    <a:pt x="2080895" y="401955"/>
                    <a:pt x="2068195" y="406971"/>
                    <a:pt x="2059813" y="416814"/>
                  </a:cubicBezTo>
                  <a:cubicBezTo>
                    <a:pt x="2046097" y="432816"/>
                    <a:pt x="2048637" y="455866"/>
                    <a:pt x="2049145" y="459169"/>
                  </a:cubicBezTo>
                  <a:lnTo>
                    <a:pt x="2049145" y="760603"/>
                  </a:lnTo>
                  <a:lnTo>
                    <a:pt x="1652588" y="673354"/>
                  </a:lnTo>
                  <a:lnTo>
                    <a:pt x="1652588" y="341694"/>
                  </a:lnTo>
                  <a:lnTo>
                    <a:pt x="1652524" y="340868"/>
                  </a:lnTo>
                  <a:cubicBezTo>
                    <a:pt x="1652461" y="340423"/>
                    <a:pt x="1643317" y="294513"/>
                    <a:pt x="1581531" y="294513"/>
                  </a:cubicBezTo>
                  <a:cubicBezTo>
                    <a:pt x="1561973" y="294513"/>
                    <a:pt x="1547368" y="300164"/>
                    <a:pt x="1537970" y="311277"/>
                  </a:cubicBezTo>
                  <a:cubicBezTo>
                    <a:pt x="1524381" y="327406"/>
                    <a:pt x="1527048" y="349313"/>
                    <a:pt x="1527556" y="352679"/>
                  </a:cubicBezTo>
                  <a:lnTo>
                    <a:pt x="1527556" y="645795"/>
                  </a:lnTo>
                  <a:lnTo>
                    <a:pt x="1090359" y="549592"/>
                  </a:lnTo>
                  <a:lnTo>
                    <a:pt x="1090359" y="187769"/>
                  </a:lnTo>
                  <a:lnTo>
                    <a:pt x="1090295" y="186880"/>
                  </a:lnTo>
                  <a:cubicBezTo>
                    <a:pt x="1090168" y="186372"/>
                    <a:pt x="1079691" y="138176"/>
                    <a:pt x="1009015" y="138176"/>
                  </a:cubicBezTo>
                  <a:cubicBezTo>
                    <a:pt x="985393" y="138176"/>
                    <a:pt x="968121" y="144653"/>
                    <a:pt x="957580" y="157353"/>
                  </a:cubicBezTo>
                  <a:cubicBezTo>
                    <a:pt x="943991" y="173799"/>
                    <a:pt x="946785" y="194881"/>
                    <a:pt x="947357" y="198374"/>
                  </a:cubicBezTo>
                  <a:lnTo>
                    <a:pt x="947357" y="518160"/>
                  </a:lnTo>
                  <a:lnTo>
                    <a:pt x="478600" y="415036"/>
                  </a:lnTo>
                  <a:lnTo>
                    <a:pt x="478600" y="51816"/>
                  </a:lnTo>
                  <a:lnTo>
                    <a:pt x="478536" y="50990"/>
                  </a:lnTo>
                  <a:cubicBezTo>
                    <a:pt x="478409" y="50482"/>
                    <a:pt x="467995" y="0"/>
                    <a:pt x="397256" y="0"/>
                  </a:cubicBezTo>
                  <a:cubicBezTo>
                    <a:pt x="369570" y="0"/>
                    <a:pt x="350774" y="6286"/>
                    <a:pt x="341313" y="18669"/>
                  </a:cubicBezTo>
                  <a:cubicBezTo>
                    <a:pt x="333185" y="29337"/>
                    <a:pt x="334963" y="40830"/>
                    <a:pt x="335598" y="43751"/>
                  </a:cubicBezTo>
                  <a:lnTo>
                    <a:pt x="335598" y="383603"/>
                  </a:lnTo>
                  <a:lnTo>
                    <a:pt x="63" y="309753"/>
                  </a:lnTo>
                  <a:lnTo>
                    <a:pt x="63" y="318960"/>
                  </a:lnTo>
                  <a:lnTo>
                    <a:pt x="335598" y="392811"/>
                  </a:lnTo>
                  <a:lnTo>
                    <a:pt x="335598" y="1833436"/>
                  </a:lnTo>
                  <a:lnTo>
                    <a:pt x="311277" y="1830832"/>
                  </a:lnTo>
                  <a:lnTo>
                    <a:pt x="311277" y="1827403"/>
                  </a:lnTo>
                  <a:lnTo>
                    <a:pt x="302260" y="1827403"/>
                  </a:lnTo>
                  <a:lnTo>
                    <a:pt x="302260" y="1829880"/>
                  </a:lnTo>
                  <a:lnTo>
                    <a:pt x="275908" y="1827022"/>
                  </a:lnTo>
                  <a:lnTo>
                    <a:pt x="275908" y="1823847"/>
                  </a:lnTo>
                  <a:lnTo>
                    <a:pt x="266891" y="1823847"/>
                  </a:lnTo>
                  <a:lnTo>
                    <a:pt x="266891" y="1826069"/>
                  </a:lnTo>
                  <a:lnTo>
                    <a:pt x="240538" y="1823212"/>
                  </a:lnTo>
                  <a:lnTo>
                    <a:pt x="240538" y="1820228"/>
                  </a:lnTo>
                  <a:lnTo>
                    <a:pt x="231521" y="1820228"/>
                  </a:lnTo>
                  <a:lnTo>
                    <a:pt x="231521" y="1822260"/>
                  </a:lnTo>
                  <a:lnTo>
                    <a:pt x="205169" y="1819402"/>
                  </a:lnTo>
                  <a:lnTo>
                    <a:pt x="205169" y="1816608"/>
                  </a:lnTo>
                  <a:lnTo>
                    <a:pt x="196152" y="1816608"/>
                  </a:lnTo>
                  <a:lnTo>
                    <a:pt x="196152" y="1818386"/>
                  </a:lnTo>
                  <a:lnTo>
                    <a:pt x="169799" y="1815529"/>
                  </a:lnTo>
                  <a:lnTo>
                    <a:pt x="169799" y="1812988"/>
                  </a:lnTo>
                  <a:lnTo>
                    <a:pt x="166116" y="1812988"/>
                  </a:lnTo>
                  <a:lnTo>
                    <a:pt x="166116" y="1484122"/>
                  </a:lnTo>
                  <a:lnTo>
                    <a:pt x="170117" y="1484757"/>
                  </a:lnTo>
                  <a:lnTo>
                    <a:pt x="171577" y="1475867"/>
                  </a:lnTo>
                  <a:lnTo>
                    <a:pt x="166116" y="1474978"/>
                  </a:lnTo>
                  <a:lnTo>
                    <a:pt x="166116" y="1323023"/>
                  </a:lnTo>
                  <a:lnTo>
                    <a:pt x="170117" y="1323657"/>
                  </a:lnTo>
                  <a:lnTo>
                    <a:pt x="171577" y="1314767"/>
                  </a:lnTo>
                  <a:lnTo>
                    <a:pt x="166116" y="1313879"/>
                  </a:lnTo>
                  <a:lnTo>
                    <a:pt x="166116" y="1168781"/>
                  </a:lnTo>
                  <a:cubicBezTo>
                    <a:pt x="166116" y="1168527"/>
                    <a:pt x="165989" y="1165416"/>
                    <a:pt x="165354" y="1160145"/>
                  </a:cubicBezTo>
                  <a:lnTo>
                    <a:pt x="170117" y="1160907"/>
                  </a:lnTo>
                  <a:lnTo>
                    <a:pt x="171577" y="1152017"/>
                  </a:lnTo>
                  <a:lnTo>
                    <a:pt x="164148" y="1150810"/>
                  </a:lnTo>
                  <a:cubicBezTo>
                    <a:pt x="157290" y="1105853"/>
                    <a:pt x="127317" y="989965"/>
                    <a:pt x="952" y="962279"/>
                  </a:cubicBezTo>
                  <a:lnTo>
                    <a:pt x="952" y="959358"/>
                  </a:lnTo>
                  <a:lnTo>
                    <a:pt x="63" y="959358"/>
                  </a:lnTo>
                  <a:lnTo>
                    <a:pt x="63" y="1604836"/>
                  </a:lnTo>
                  <a:lnTo>
                    <a:pt x="952" y="1604836"/>
                  </a:lnTo>
                  <a:lnTo>
                    <a:pt x="952" y="1599374"/>
                  </a:lnTo>
                  <a:lnTo>
                    <a:pt x="157099" y="1617599"/>
                  </a:lnTo>
                  <a:lnTo>
                    <a:pt x="157099" y="1706181"/>
                  </a:lnTo>
                  <a:lnTo>
                    <a:pt x="0" y="1687830"/>
                  </a:lnTo>
                  <a:lnTo>
                    <a:pt x="0" y="1696911"/>
                  </a:lnTo>
                  <a:lnTo>
                    <a:pt x="157099" y="1715262"/>
                  </a:lnTo>
                  <a:lnTo>
                    <a:pt x="157099" y="1814131"/>
                  </a:lnTo>
                  <a:lnTo>
                    <a:pt x="134430" y="1811718"/>
                  </a:lnTo>
                  <a:lnTo>
                    <a:pt x="134430" y="1809369"/>
                  </a:lnTo>
                  <a:lnTo>
                    <a:pt x="125413" y="1809369"/>
                  </a:lnTo>
                  <a:lnTo>
                    <a:pt x="125413" y="1810766"/>
                  </a:lnTo>
                  <a:lnTo>
                    <a:pt x="99060" y="1807909"/>
                  </a:lnTo>
                  <a:lnTo>
                    <a:pt x="99060" y="1805749"/>
                  </a:lnTo>
                  <a:lnTo>
                    <a:pt x="90043" y="1805749"/>
                  </a:lnTo>
                  <a:lnTo>
                    <a:pt x="90043" y="1806892"/>
                  </a:lnTo>
                  <a:lnTo>
                    <a:pt x="63690" y="1804035"/>
                  </a:lnTo>
                  <a:lnTo>
                    <a:pt x="63690" y="1802130"/>
                  </a:lnTo>
                  <a:lnTo>
                    <a:pt x="54674" y="1802130"/>
                  </a:lnTo>
                  <a:lnTo>
                    <a:pt x="54674" y="1803082"/>
                  </a:lnTo>
                  <a:lnTo>
                    <a:pt x="28321" y="1800225"/>
                  </a:lnTo>
                  <a:lnTo>
                    <a:pt x="28321" y="1798511"/>
                  </a:lnTo>
                  <a:lnTo>
                    <a:pt x="19304" y="1798511"/>
                  </a:lnTo>
                  <a:lnTo>
                    <a:pt x="19304" y="1799209"/>
                  </a:lnTo>
                  <a:lnTo>
                    <a:pt x="0" y="1797113"/>
                  </a:lnTo>
                  <a:lnTo>
                    <a:pt x="0" y="1806194"/>
                  </a:lnTo>
                  <a:lnTo>
                    <a:pt x="19304" y="1808289"/>
                  </a:lnTo>
                  <a:lnTo>
                    <a:pt x="19304" y="2032508"/>
                  </a:lnTo>
                  <a:lnTo>
                    <a:pt x="0" y="2030857"/>
                  </a:lnTo>
                  <a:lnTo>
                    <a:pt x="0" y="2039874"/>
                  </a:lnTo>
                  <a:lnTo>
                    <a:pt x="912305" y="2118995"/>
                  </a:lnTo>
                  <a:lnTo>
                    <a:pt x="912305" y="2119503"/>
                  </a:lnTo>
                  <a:lnTo>
                    <a:pt x="918464" y="2119503"/>
                  </a:lnTo>
                  <a:lnTo>
                    <a:pt x="1996821" y="2213038"/>
                  </a:lnTo>
                  <a:lnTo>
                    <a:pt x="1996821" y="2213356"/>
                  </a:lnTo>
                  <a:lnTo>
                    <a:pt x="2000377" y="2213356"/>
                  </a:lnTo>
                  <a:lnTo>
                    <a:pt x="2021904" y="2215198"/>
                  </a:lnTo>
                  <a:lnTo>
                    <a:pt x="2021904" y="2216150"/>
                  </a:lnTo>
                  <a:lnTo>
                    <a:pt x="2030921" y="2216150"/>
                  </a:lnTo>
                  <a:lnTo>
                    <a:pt x="2030921" y="2215960"/>
                  </a:lnTo>
                  <a:lnTo>
                    <a:pt x="3148648" y="2312924"/>
                  </a:lnTo>
                  <a:lnTo>
                    <a:pt x="3148648" y="3149791"/>
                  </a:lnTo>
                  <a:lnTo>
                    <a:pt x="3081401" y="3149791"/>
                  </a:lnTo>
                  <a:lnTo>
                    <a:pt x="3081401" y="2693606"/>
                  </a:lnTo>
                  <a:cubicBezTo>
                    <a:pt x="3081401" y="2693162"/>
                    <a:pt x="3083052" y="2646680"/>
                    <a:pt x="3074289" y="2590102"/>
                  </a:cubicBezTo>
                  <a:cubicBezTo>
                    <a:pt x="3066161" y="2537650"/>
                    <a:pt x="3047175" y="2465387"/>
                    <a:pt x="3002725" y="2419286"/>
                  </a:cubicBezTo>
                  <a:cubicBezTo>
                    <a:pt x="2972753" y="2388172"/>
                    <a:pt x="2934843" y="2372360"/>
                    <a:pt x="2890012" y="2372360"/>
                  </a:cubicBezTo>
                  <a:cubicBezTo>
                    <a:pt x="2889949" y="2372360"/>
                    <a:pt x="2889822" y="2372360"/>
                    <a:pt x="2889758" y="2372360"/>
                  </a:cubicBezTo>
                  <a:cubicBezTo>
                    <a:pt x="2839339" y="2372424"/>
                    <a:pt x="2798255" y="2389315"/>
                    <a:pt x="2767521" y="2422588"/>
                  </a:cubicBezTo>
                  <a:cubicBezTo>
                    <a:pt x="2755202" y="2435924"/>
                    <a:pt x="2745359" y="2451100"/>
                    <a:pt x="2737422" y="2467038"/>
                  </a:cubicBezTo>
                  <a:cubicBezTo>
                    <a:pt x="2732977" y="2472817"/>
                    <a:pt x="2730818" y="2476944"/>
                    <a:pt x="2730564" y="2477516"/>
                  </a:cubicBezTo>
                  <a:lnTo>
                    <a:pt x="2732215" y="2478342"/>
                  </a:lnTo>
                  <a:cubicBezTo>
                    <a:pt x="2718943" y="2508694"/>
                    <a:pt x="2712085" y="2540635"/>
                    <a:pt x="2708593" y="2566416"/>
                  </a:cubicBezTo>
                  <a:cubicBezTo>
                    <a:pt x="2702370" y="2612517"/>
                    <a:pt x="2705037" y="2648394"/>
                    <a:pt x="2705100" y="2649537"/>
                  </a:cubicBezTo>
                  <a:lnTo>
                    <a:pt x="2705100" y="3149791"/>
                  </a:lnTo>
                  <a:lnTo>
                    <a:pt x="2615946" y="3149791"/>
                  </a:lnTo>
                  <a:lnTo>
                    <a:pt x="2615946" y="2661603"/>
                  </a:lnTo>
                  <a:cubicBezTo>
                    <a:pt x="2615946" y="2661094"/>
                    <a:pt x="2617661" y="2610104"/>
                    <a:pt x="2608453" y="2548509"/>
                  </a:cubicBezTo>
                  <a:cubicBezTo>
                    <a:pt x="2599881" y="2491423"/>
                    <a:pt x="2579942" y="2413254"/>
                    <a:pt x="2533396" y="2365058"/>
                  </a:cubicBezTo>
                  <a:cubicBezTo>
                    <a:pt x="2504059" y="2334705"/>
                    <a:pt x="2467483" y="2319274"/>
                    <a:pt x="2424557" y="2319274"/>
                  </a:cubicBezTo>
                  <a:cubicBezTo>
                    <a:pt x="2424494" y="2319274"/>
                    <a:pt x="2424367" y="2319274"/>
                    <a:pt x="2424303" y="2319274"/>
                  </a:cubicBezTo>
                  <a:cubicBezTo>
                    <a:pt x="2375980" y="2319337"/>
                    <a:pt x="2336102" y="2335911"/>
                    <a:pt x="2305812" y="2368486"/>
                  </a:cubicBezTo>
                  <a:cubicBezTo>
                    <a:pt x="2291525" y="2383854"/>
                    <a:pt x="2280285" y="2401761"/>
                    <a:pt x="2271332" y="2420811"/>
                  </a:cubicBezTo>
                  <a:cubicBezTo>
                    <a:pt x="2267204" y="2426589"/>
                    <a:pt x="2265236" y="2430653"/>
                    <a:pt x="2264982" y="2431288"/>
                  </a:cubicBezTo>
                  <a:lnTo>
                    <a:pt x="2266442" y="2431986"/>
                  </a:lnTo>
                  <a:cubicBezTo>
                    <a:pt x="2232851" y="2513521"/>
                    <a:pt x="2239201" y="2609660"/>
                    <a:pt x="2239582" y="2614549"/>
                  </a:cubicBezTo>
                  <a:lnTo>
                    <a:pt x="2239582" y="3149727"/>
                  </a:lnTo>
                  <a:lnTo>
                    <a:pt x="2068259" y="3149727"/>
                  </a:lnTo>
                  <a:lnTo>
                    <a:pt x="2068259" y="2615692"/>
                  </a:lnTo>
                  <a:cubicBezTo>
                    <a:pt x="2068259" y="2365756"/>
                    <a:pt x="1942465" y="2338768"/>
                    <a:pt x="1888363" y="2338768"/>
                  </a:cubicBezTo>
                  <a:cubicBezTo>
                    <a:pt x="1888046" y="2338768"/>
                    <a:pt x="1887792" y="2338768"/>
                    <a:pt x="1887474" y="2338768"/>
                  </a:cubicBezTo>
                  <a:cubicBezTo>
                    <a:pt x="1887093" y="2338642"/>
                    <a:pt x="1886648" y="2338451"/>
                    <a:pt x="1886331" y="2338324"/>
                  </a:cubicBezTo>
                  <a:lnTo>
                    <a:pt x="1886204" y="2338768"/>
                  </a:lnTo>
                  <a:cubicBezTo>
                    <a:pt x="1843723" y="2339213"/>
                    <a:pt x="1814449" y="2352294"/>
                    <a:pt x="1795145" y="2366391"/>
                  </a:cubicBezTo>
                  <a:cubicBezTo>
                    <a:pt x="1800035" y="2359279"/>
                    <a:pt x="1805369" y="2352485"/>
                    <a:pt x="1811211" y="2346198"/>
                  </a:cubicBezTo>
                  <a:cubicBezTo>
                    <a:pt x="1843024" y="2311844"/>
                    <a:pt x="1885632" y="2294382"/>
                    <a:pt x="1937829" y="2294318"/>
                  </a:cubicBezTo>
                  <a:cubicBezTo>
                    <a:pt x="1937893" y="2294318"/>
                    <a:pt x="1938020" y="2294318"/>
                    <a:pt x="1938084" y="2294318"/>
                  </a:cubicBezTo>
                  <a:cubicBezTo>
                    <a:pt x="1984248" y="2294318"/>
                    <a:pt x="2023364" y="2310574"/>
                    <a:pt x="2054352" y="2342705"/>
                  </a:cubicBezTo>
                  <a:cubicBezTo>
                    <a:pt x="2145284" y="2437003"/>
                    <a:pt x="2138807" y="2638425"/>
                    <a:pt x="2138680" y="2640648"/>
                  </a:cubicBezTo>
                  <a:lnTo>
                    <a:pt x="2138680" y="3148393"/>
                  </a:lnTo>
                  <a:lnTo>
                    <a:pt x="2147697" y="3148393"/>
                  </a:lnTo>
                  <a:lnTo>
                    <a:pt x="2147697" y="2640838"/>
                  </a:lnTo>
                  <a:cubicBezTo>
                    <a:pt x="2147697" y="2640330"/>
                    <a:pt x="2149539" y="2588641"/>
                    <a:pt x="2139823" y="2525776"/>
                  </a:cubicBezTo>
                  <a:cubicBezTo>
                    <a:pt x="2130870" y="2467483"/>
                    <a:pt x="2109851" y="2387410"/>
                    <a:pt x="2060829" y="2336546"/>
                  </a:cubicBezTo>
                  <a:cubicBezTo>
                    <a:pt x="2028063" y="2302574"/>
                    <a:pt x="1986788" y="2285365"/>
                    <a:pt x="1938084" y="2285365"/>
                  </a:cubicBezTo>
                  <a:cubicBezTo>
                    <a:pt x="1938020" y="2285365"/>
                    <a:pt x="1937893" y="2285365"/>
                    <a:pt x="1937829" y="2285365"/>
                  </a:cubicBezTo>
                  <a:cubicBezTo>
                    <a:pt x="1882966" y="2285429"/>
                    <a:pt x="1838135" y="2303907"/>
                    <a:pt x="1804607" y="2340166"/>
                  </a:cubicBezTo>
                  <a:cubicBezTo>
                    <a:pt x="1790891" y="2355024"/>
                    <a:pt x="1779905" y="2372042"/>
                    <a:pt x="1771079" y="2389886"/>
                  </a:cubicBezTo>
                  <a:cubicBezTo>
                    <a:pt x="1766189" y="2396299"/>
                    <a:pt x="1763776" y="2400935"/>
                    <a:pt x="1763459" y="2401570"/>
                  </a:cubicBezTo>
                  <a:lnTo>
                    <a:pt x="1765237" y="2402459"/>
                  </a:lnTo>
                  <a:cubicBezTo>
                    <a:pt x="1750759" y="2435924"/>
                    <a:pt x="1743266" y="2471103"/>
                    <a:pt x="1739392" y="2499550"/>
                  </a:cubicBezTo>
                  <a:cubicBezTo>
                    <a:pt x="1732471" y="2550795"/>
                    <a:pt x="1735519" y="2591943"/>
                    <a:pt x="1735519" y="2592006"/>
                  </a:cubicBezTo>
                  <a:lnTo>
                    <a:pt x="1735519" y="3148393"/>
                  </a:lnTo>
                  <a:lnTo>
                    <a:pt x="1744536" y="3148393"/>
                  </a:lnTo>
                  <a:lnTo>
                    <a:pt x="1744536" y="2591689"/>
                  </a:lnTo>
                  <a:cubicBezTo>
                    <a:pt x="1744409" y="2590355"/>
                    <a:pt x="1736789" y="2480755"/>
                    <a:pt x="1778445" y="2395284"/>
                  </a:cubicBezTo>
                  <a:cubicBezTo>
                    <a:pt x="1791208" y="2378900"/>
                    <a:pt x="1823339" y="2348674"/>
                    <a:pt x="1886077" y="2347912"/>
                  </a:cubicBezTo>
                  <a:cubicBezTo>
                    <a:pt x="1905953" y="2355913"/>
                    <a:pt x="1975231" y="2396427"/>
                    <a:pt x="1975231" y="2569655"/>
                  </a:cubicBezTo>
                  <a:lnTo>
                    <a:pt x="1975231" y="3148393"/>
                  </a:lnTo>
                  <a:lnTo>
                    <a:pt x="1984248" y="3148393"/>
                  </a:lnTo>
                  <a:lnTo>
                    <a:pt x="1984248" y="2569655"/>
                  </a:lnTo>
                  <a:cubicBezTo>
                    <a:pt x="1984248" y="2425002"/>
                    <a:pt x="1935988" y="2369439"/>
                    <a:pt x="1906334" y="2348929"/>
                  </a:cubicBezTo>
                  <a:cubicBezTo>
                    <a:pt x="1963229" y="2355533"/>
                    <a:pt x="2059369" y="2398840"/>
                    <a:pt x="2059369" y="2615755"/>
                  </a:cubicBezTo>
                  <a:lnTo>
                    <a:pt x="2059369" y="3149791"/>
                  </a:lnTo>
                  <a:lnTo>
                    <a:pt x="1547114" y="3149791"/>
                  </a:lnTo>
                  <a:lnTo>
                    <a:pt x="1547114" y="2590292"/>
                  </a:lnTo>
                  <a:cubicBezTo>
                    <a:pt x="1547114" y="2329434"/>
                    <a:pt x="1402652" y="2301240"/>
                    <a:pt x="1340485" y="2301240"/>
                  </a:cubicBezTo>
                  <a:cubicBezTo>
                    <a:pt x="1340104" y="2301240"/>
                    <a:pt x="1339723" y="2301240"/>
                    <a:pt x="1339279" y="2301240"/>
                  </a:cubicBezTo>
                  <a:cubicBezTo>
                    <a:pt x="1338771" y="2301049"/>
                    <a:pt x="1338199" y="2300859"/>
                    <a:pt x="1337755" y="2300732"/>
                  </a:cubicBezTo>
                  <a:lnTo>
                    <a:pt x="1337564" y="2301240"/>
                  </a:lnTo>
                  <a:cubicBezTo>
                    <a:pt x="1287018" y="2301811"/>
                    <a:pt x="1252792" y="2316480"/>
                    <a:pt x="1230821" y="2331784"/>
                  </a:cubicBezTo>
                  <a:cubicBezTo>
                    <a:pt x="1234885" y="2326323"/>
                    <a:pt x="1239203" y="2321052"/>
                    <a:pt x="1243838" y="2315972"/>
                  </a:cubicBezTo>
                  <a:cubicBezTo>
                    <a:pt x="1281367" y="2275142"/>
                    <a:pt x="1332992" y="2254377"/>
                    <a:pt x="1397445" y="2254313"/>
                  </a:cubicBezTo>
                  <a:cubicBezTo>
                    <a:pt x="1397572" y="2254313"/>
                    <a:pt x="1397635" y="2254313"/>
                    <a:pt x="1397762" y="2254313"/>
                  </a:cubicBezTo>
                  <a:cubicBezTo>
                    <a:pt x="1454976" y="2254313"/>
                    <a:pt x="1502728" y="2273808"/>
                    <a:pt x="1539748" y="2312353"/>
                  </a:cubicBezTo>
                  <a:cubicBezTo>
                    <a:pt x="1636903" y="2413508"/>
                    <a:pt x="1629728" y="2614105"/>
                    <a:pt x="1629664" y="2616327"/>
                  </a:cubicBezTo>
                  <a:lnTo>
                    <a:pt x="1629664" y="3146742"/>
                  </a:lnTo>
                  <a:lnTo>
                    <a:pt x="1638681" y="3146742"/>
                  </a:lnTo>
                  <a:lnTo>
                    <a:pt x="1638681" y="2616517"/>
                  </a:lnTo>
                  <a:cubicBezTo>
                    <a:pt x="1638745" y="2614486"/>
                    <a:pt x="1646111" y="2410142"/>
                    <a:pt x="1546289" y="2306130"/>
                  </a:cubicBezTo>
                  <a:cubicBezTo>
                    <a:pt x="1507554" y="2265743"/>
                    <a:pt x="1457579" y="2245297"/>
                    <a:pt x="1397826" y="2245297"/>
                  </a:cubicBezTo>
                  <a:cubicBezTo>
                    <a:pt x="1397699" y="2245297"/>
                    <a:pt x="1397635" y="2245297"/>
                    <a:pt x="1397508" y="2245297"/>
                  </a:cubicBezTo>
                  <a:cubicBezTo>
                    <a:pt x="1330452" y="2245360"/>
                    <a:pt x="1276541" y="2267141"/>
                    <a:pt x="1237298" y="2309940"/>
                  </a:cubicBezTo>
                  <a:cubicBezTo>
                    <a:pt x="1224852" y="2323529"/>
                    <a:pt x="1214565" y="2338578"/>
                    <a:pt x="1205992" y="2354262"/>
                  </a:cubicBezTo>
                  <a:cubicBezTo>
                    <a:pt x="1200341" y="2360993"/>
                    <a:pt x="1197610" y="2365756"/>
                    <a:pt x="1197229" y="2366455"/>
                  </a:cubicBezTo>
                  <a:lnTo>
                    <a:pt x="1199198" y="2367534"/>
                  </a:lnTo>
                  <a:cubicBezTo>
                    <a:pt x="1181862" y="2404047"/>
                    <a:pt x="1173163" y="2442528"/>
                    <a:pt x="1168908" y="2473135"/>
                  </a:cubicBezTo>
                  <a:cubicBezTo>
                    <a:pt x="1161733" y="2524633"/>
                    <a:pt x="1165035" y="2565463"/>
                    <a:pt x="1165098" y="2565463"/>
                  </a:cubicBezTo>
                  <a:lnTo>
                    <a:pt x="1165098" y="3146679"/>
                  </a:lnTo>
                  <a:lnTo>
                    <a:pt x="1174115" y="3146679"/>
                  </a:lnTo>
                  <a:lnTo>
                    <a:pt x="1174115" y="2565083"/>
                  </a:lnTo>
                  <a:cubicBezTo>
                    <a:pt x="1173988" y="2563749"/>
                    <a:pt x="1165162" y="2449449"/>
                    <a:pt x="1212977" y="2360168"/>
                  </a:cubicBezTo>
                  <a:cubicBezTo>
                    <a:pt x="1227773" y="2343023"/>
                    <a:pt x="1265111" y="2310955"/>
                    <a:pt x="1337945" y="2310130"/>
                  </a:cubicBezTo>
                  <a:cubicBezTo>
                    <a:pt x="1360488" y="2318258"/>
                    <a:pt x="1441260" y="2360231"/>
                    <a:pt x="1441260" y="2542032"/>
                  </a:cubicBezTo>
                  <a:lnTo>
                    <a:pt x="1441260" y="3146616"/>
                  </a:lnTo>
                  <a:lnTo>
                    <a:pt x="1450277" y="3146616"/>
                  </a:lnTo>
                  <a:lnTo>
                    <a:pt x="1450277" y="2542032"/>
                  </a:lnTo>
                  <a:cubicBezTo>
                    <a:pt x="1450277" y="2389886"/>
                    <a:pt x="1394079" y="2332101"/>
                    <a:pt x="1359980" y="2311083"/>
                  </a:cubicBezTo>
                  <a:cubicBezTo>
                    <a:pt x="1425575" y="2317560"/>
                    <a:pt x="1538161" y="2362010"/>
                    <a:pt x="1538161" y="2590165"/>
                  </a:cubicBezTo>
                  <a:lnTo>
                    <a:pt x="1538161" y="3149663"/>
                  </a:lnTo>
                  <a:lnTo>
                    <a:pt x="962914" y="3149663"/>
                  </a:lnTo>
                  <a:lnTo>
                    <a:pt x="962914" y="2566035"/>
                  </a:lnTo>
                  <a:cubicBezTo>
                    <a:pt x="962914" y="2293366"/>
                    <a:pt x="808736" y="2263966"/>
                    <a:pt x="742442" y="2263966"/>
                  </a:cubicBezTo>
                  <a:cubicBezTo>
                    <a:pt x="653987" y="2263966"/>
                    <a:pt x="600520" y="2348611"/>
                    <a:pt x="580644" y="2387410"/>
                  </a:cubicBezTo>
                  <a:cubicBezTo>
                    <a:pt x="591503" y="2349944"/>
                    <a:pt x="609092" y="2311717"/>
                    <a:pt x="637286" y="2280984"/>
                  </a:cubicBezTo>
                  <a:cubicBezTo>
                    <a:pt x="677545" y="2237042"/>
                    <a:pt x="733425" y="2214690"/>
                    <a:pt x="803339" y="2214626"/>
                  </a:cubicBezTo>
                  <a:cubicBezTo>
                    <a:pt x="803466" y="2214626"/>
                    <a:pt x="803529" y="2214626"/>
                    <a:pt x="803656" y="2214626"/>
                  </a:cubicBezTo>
                  <a:cubicBezTo>
                    <a:pt x="865822" y="2214626"/>
                    <a:pt x="917511" y="2235644"/>
                    <a:pt x="957389" y="2277174"/>
                  </a:cubicBezTo>
                  <a:cubicBezTo>
                    <a:pt x="1059498" y="2383536"/>
                    <a:pt x="1051878" y="2591117"/>
                    <a:pt x="1051814" y="2593340"/>
                  </a:cubicBezTo>
                  <a:lnTo>
                    <a:pt x="1051814" y="3148012"/>
                  </a:lnTo>
                  <a:lnTo>
                    <a:pt x="1060831" y="3148012"/>
                  </a:lnTo>
                  <a:lnTo>
                    <a:pt x="1060831" y="2593530"/>
                  </a:lnTo>
                  <a:cubicBezTo>
                    <a:pt x="1060895" y="2591435"/>
                    <a:pt x="1068705" y="2380107"/>
                    <a:pt x="963930" y="2270950"/>
                  </a:cubicBezTo>
                  <a:cubicBezTo>
                    <a:pt x="922338" y="2227580"/>
                    <a:pt x="868426" y="2205609"/>
                    <a:pt x="803720" y="2205609"/>
                  </a:cubicBezTo>
                  <a:cubicBezTo>
                    <a:pt x="803593" y="2205609"/>
                    <a:pt x="803466" y="2205609"/>
                    <a:pt x="803402" y="2205609"/>
                  </a:cubicBezTo>
                  <a:cubicBezTo>
                    <a:pt x="730885" y="2205673"/>
                    <a:pt x="672783" y="2229041"/>
                    <a:pt x="630746" y="2274887"/>
                  </a:cubicBezTo>
                  <a:cubicBezTo>
                    <a:pt x="586740" y="2322893"/>
                    <a:pt x="567817" y="2388108"/>
                    <a:pt x="559943" y="2441829"/>
                  </a:cubicBezTo>
                  <a:cubicBezTo>
                    <a:pt x="559880" y="2442019"/>
                    <a:pt x="559816" y="2442210"/>
                    <a:pt x="559753" y="2442400"/>
                  </a:cubicBezTo>
                  <a:lnTo>
                    <a:pt x="559880" y="2442464"/>
                  </a:lnTo>
                  <a:cubicBezTo>
                    <a:pt x="551942" y="2497011"/>
                    <a:pt x="555308" y="2539619"/>
                    <a:pt x="555371" y="2540254"/>
                  </a:cubicBezTo>
                  <a:lnTo>
                    <a:pt x="555371" y="3148076"/>
                  </a:lnTo>
                  <a:lnTo>
                    <a:pt x="564388" y="3148076"/>
                  </a:lnTo>
                  <a:lnTo>
                    <a:pt x="564388" y="2539873"/>
                  </a:lnTo>
                  <a:cubicBezTo>
                    <a:pt x="564325" y="2539048"/>
                    <a:pt x="561023" y="2497518"/>
                    <a:pt x="568643" y="2444433"/>
                  </a:cubicBezTo>
                  <a:cubicBezTo>
                    <a:pt x="597980" y="2362391"/>
                    <a:pt x="649542" y="2313368"/>
                    <a:pt x="706755" y="2313368"/>
                  </a:cubicBezTo>
                  <a:cubicBezTo>
                    <a:pt x="768477" y="2313368"/>
                    <a:pt x="805244" y="2336419"/>
                    <a:pt x="826008" y="2388235"/>
                  </a:cubicBezTo>
                  <a:cubicBezTo>
                    <a:pt x="846392" y="2439035"/>
                    <a:pt x="850519" y="2516315"/>
                    <a:pt x="850519" y="2616581"/>
                  </a:cubicBezTo>
                  <a:lnTo>
                    <a:pt x="850519" y="3148012"/>
                  </a:lnTo>
                  <a:lnTo>
                    <a:pt x="859536" y="3148012"/>
                  </a:lnTo>
                  <a:lnTo>
                    <a:pt x="859536" y="2616581"/>
                  </a:lnTo>
                  <a:cubicBezTo>
                    <a:pt x="859536" y="2427986"/>
                    <a:pt x="848932" y="2304352"/>
                    <a:pt x="706755" y="2304352"/>
                  </a:cubicBezTo>
                  <a:cubicBezTo>
                    <a:pt x="674815" y="2304352"/>
                    <a:pt x="644652" y="2318449"/>
                    <a:pt x="618681" y="2344039"/>
                  </a:cubicBezTo>
                  <a:cubicBezTo>
                    <a:pt x="645668" y="2308987"/>
                    <a:pt x="686880" y="2272983"/>
                    <a:pt x="742569" y="2272983"/>
                  </a:cubicBezTo>
                  <a:cubicBezTo>
                    <a:pt x="806133" y="2272983"/>
                    <a:pt x="954088" y="2301558"/>
                    <a:pt x="954088" y="2566099"/>
                  </a:cubicBezTo>
                  <a:lnTo>
                    <a:pt x="954088" y="3149727"/>
                  </a:lnTo>
                  <a:lnTo>
                    <a:pt x="0" y="3149727"/>
                  </a:lnTo>
                  <a:lnTo>
                    <a:pt x="0" y="3158744"/>
                  </a:lnTo>
                  <a:lnTo>
                    <a:pt x="3153156" y="3158744"/>
                  </a:lnTo>
                  <a:lnTo>
                    <a:pt x="3157665" y="3158744"/>
                  </a:lnTo>
                  <a:lnTo>
                    <a:pt x="3421253" y="3158744"/>
                  </a:lnTo>
                  <a:lnTo>
                    <a:pt x="3421253" y="3195447"/>
                  </a:lnTo>
                  <a:lnTo>
                    <a:pt x="0" y="3220149"/>
                  </a:lnTo>
                  <a:lnTo>
                    <a:pt x="0" y="3229166"/>
                  </a:lnTo>
                  <a:lnTo>
                    <a:pt x="3544761" y="3203575"/>
                  </a:lnTo>
                  <a:lnTo>
                    <a:pt x="3544761" y="3244786"/>
                  </a:lnTo>
                  <a:lnTo>
                    <a:pt x="0" y="3270822"/>
                  </a:lnTo>
                  <a:lnTo>
                    <a:pt x="0" y="3279838"/>
                  </a:lnTo>
                  <a:lnTo>
                    <a:pt x="3656330" y="3252978"/>
                  </a:lnTo>
                  <a:lnTo>
                    <a:pt x="3656330" y="3294634"/>
                  </a:lnTo>
                  <a:lnTo>
                    <a:pt x="0" y="3332099"/>
                  </a:lnTo>
                  <a:lnTo>
                    <a:pt x="0" y="3341116"/>
                  </a:lnTo>
                  <a:lnTo>
                    <a:pt x="3776409" y="3302381"/>
                  </a:lnTo>
                  <a:lnTo>
                    <a:pt x="3776409" y="3345053"/>
                  </a:lnTo>
                  <a:lnTo>
                    <a:pt x="0" y="3390519"/>
                  </a:lnTo>
                  <a:lnTo>
                    <a:pt x="0" y="3399536"/>
                  </a:lnTo>
                  <a:lnTo>
                    <a:pt x="3913315" y="3352419"/>
                  </a:lnTo>
                  <a:lnTo>
                    <a:pt x="3913315" y="3377121"/>
                  </a:lnTo>
                  <a:lnTo>
                    <a:pt x="4017074" y="3377121"/>
                  </a:lnTo>
                  <a:lnTo>
                    <a:pt x="4017074" y="3376041"/>
                  </a:lnTo>
                  <a:lnTo>
                    <a:pt x="5888419" y="3349435"/>
                  </a:lnTo>
                  <a:lnTo>
                    <a:pt x="5892864" y="3349371"/>
                  </a:lnTo>
                  <a:lnTo>
                    <a:pt x="5892864" y="3300095"/>
                  </a:lnTo>
                  <a:lnTo>
                    <a:pt x="6355080" y="3293999"/>
                  </a:lnTo>
                  <a:lnTo>
                    <a:pt x="6359525" y="3293936"/>
                  </a:lnTo>
                  <a:lnTo>
                    <a:pt x="6359525" y="1608264"/>
                  </a:lnTo>
                  <a:lnTo>
                    <a:pt x="6594094" y="1608392"/>
                  </a:lnTo>
                  <a:lnTo>
                    <a:pt x="6594094" y="1599374"/>
                  </a:lnTo>
                  <a:lnTo>
                    <a:pt x="6293168" y="1599374"/>
                  </a:lnTo>
                  <a:close/>
                  <a:moveTo>
                    <a:pt x="54674" y="2035747"/>
                  </a:moveTo>
                  <a:lnTo>
                    <a:pt x="28321" y="2033461"/>
                  </a:lnTo>
                  <a:lnTo>
                    <a:pt x="28321" y="1809432"/>
                  </a:lnTo>
                  <a:lnTo>
                    <a:pt x="54674" y="1812290"/>
                  </a:lnTo>
                  <a:lnTo>
                    <a:pt x="54674" y="2035747"/>
                  </a:lnTo>
                  <a:close/>
                  <a:moveTo>
                    <a:pt x="90043" y="2038794"/>
                  </a:moveTo>
                  <a:lnTo>
                    <a:pt x="63690" y="2036509"/>
                  </a:lnTo>
                  <a:lnTo>
                    <a:pt x="63690" y="1813242"/>
                  </a:lnTo>
                  <a:lnTo>
                    <a:pt x="90043" y="1816100"/>
                  </a:lnTo>
                  <a:lnTo>
                    <a:pt x="90043" y="2038794"/>
                  </a:lnTo>
                  <a:close/>
                  <a:moveTo>
                    <a:pt x="125413" y="2041906"/>
                  </a:moveTo>
                  <a:lnTo>
                    <a:pt x="99060" y="2039620"/>
                  </a:lnTo>
                  <a:lnTo>
                    <a:pt x="99060" y="1817053"/>
                  </a:lnTo>
                  <a:lnTo>
                    <a:pt x="125413" y="1819910"/>
                  </a:lnTo>
                  <a:lnTo>
                    <a:pt x="125413" y="2041906"/>
                  </a:lnTo>
                  <a:close/>
                  <a:moveTo>
                    <a:pt x="889" y="971613"/>
                  </a:moveTo>
                  <a:cubicBezTo>
                    <a:pt x="119698" y="998538"/>
                    <a:pt x="148273" y="1104837"/>
                    <a:pt x="155004" y="1149413"/>
                  </a:cubicBezTo>
                  <a:lnTo>
                    <a:pt x="889" y="1124458"/>
                  </a:lnTo>
                  <a:lnTo>
                    <a:pt x="889" y="971613"/>
                  </a:lnTo>
                  <a:close/>
                  <a:moveTo>
                    <a:pt x="889" y="1133538"/>
                  </a:moveTo>
                  <a:lnTo>
                    <a:pt x="156210" y="1158748"/>
                  </a:lnTo>
                  <a:cubicBezTo>
                    <a:pt x="156845" y="1164400"/>
                    <a:pt x="157036" y="1168082"/>
                    <a:pt x="157036" y="1169035"/>
                  </a:cubicBezTo>
                  <a:lnTo>
                    <a:pt x="157036" y="1312545"/>
                  </a:lnTo>
                  <a:lnTo>
                    <a:pt x="889" y="1287209"/>
                  </a:lnTo>
                  <a:lnTo>
                    <a:pt x="889" y="1133538"/>
                  </a:lnTo>
                  <a:close/>
                  <a:moveTo>
                    <a:pt x="889" y="1296289"/>
                  </a:moveTo>
                  <a:lnTo>
                    <a:pt x="157036" y="1321625"/>
                  </a:lnTo>
                  <a:lnTo>
                    <a:pt x="157036" y="1473581"/>
                  </a:lnTo>
                  <a:lnTo>
                    <a:pt x="889" y="1448244"/>
                  </a:lnTo>
                  <a:lnTo>
                    <a:pt x="889" y="1296289"/>
                  </a:lnTo>
                  <a:close/>
                  <a:moveTo>
                    <a:pt x="889" y="1590421"/>
                  </a:moveTo>
                  <a:lnTo>
                    <a:pt x="889" y="1457388"/>
                  </a:lnTo>
                  <a:lnTo>
                    <a:pt x="157036" y="1482725"/>
                  </a:lnTo>
                  <a:lnTo>
                    <a:pt x="157036" y="1608645"/>
                  </a:lnTo>
                  <a:lnTo>
                    <a:pt x="889" y="1590421"/>
                  </a:lnTo>
                  <a:close/>
                  <a:moveTo>
                    <a:pt x="160782" y="2044954"/>
                  </a:moveTo>
                  <a:lnTo>
                    <a:pt x="134430" y="2042668"/>
                  </a:lnTo>
                  <a:lnTo>
                    <a:pt x="134430" y="1820862"/>
                  </a:lnTo>
                  <a:lnTo>
                    <a:pt x="157099" y="1823275"/>
                  </a:lnTo>
                  <a:lnTo>
                    <a:pt x="157099" y="1826133"/>
                  </a:lnTo>
                  <a:lnTo>
                    <a:pt x="160782" y="1826133"/>
                  </a:lnTo>
                  <a:lnTo>
                    <a:pt x="160782" y="2044954"/>
                  </a:lnTo>
                  <a:close/>
                  <a:moveTo>
                    <a:pt x="196152" y="2048002"/>
                  </a:moveTo>
                  <a:lnTo>
                    <a:pt x="169799" y="2045716"/>
                  </a:lnTo>
                  <a:lnTo>
                    <a:pt x="169799" y="1824609"/>
                  </a:lnTo>
                  <a:lnTo>
                    <a:pt x="196152" y="1827467"/>
                  </a:lnTo>
                  <a:lnTo>
                    <a:pt x="196152" y="2048002"/>
                  </a:lnTo>
                  <a:close/>
                  <a:moveTo>
                    <a:pt x="231521" y="2051113"/>
                  </a:moveTo>
                  <a:lnTo>
                    <a:pt x="205169" y="2048828"/>
                  </a:lnTo>
                  <a:lnTo>
                    <a:pt x="205169" y="1828482"/>
                  </a:lnTo>
                  <a:lnTo>
                    <a:pt x="231521" y="1831340"/>
                  </a:lnTo>
                  <a:lnTo>
                    <a:pt x="231521" y="2051113"/>
                  </a:lnTo>
                  <a:close/>
                  <a:moveTo>
                    <a:pt x="266891" y="2054161"/>
                  </a:moveTo>
                  <a:lnTo>
                    <a:pt x="240538" y="2051875"/>
                  </a:lnTo>
                  <a:lnTo>
                    <a:pt x="240538" y="1832229"/>
                  </a:lnTo>
                  <a:lnTo>
                    <a:pt x="266891" y="1835086"/>
                  </a:lnTo>
                  <a:lnTo>
                    <a:pt x="266891" y="2054161"/>
                  </a:lnTo>
                  <a:close/>
                  <a:moveTo>
                    <a:pt x="302260" y="2057210"/>
                  </a:moveTo>
                  <a:lnTo>
                    <a:pt x="275908" y="2054924"/>
                  </a:lnTo>
                  <a:lnTo>
                    <a:pt x="275908" y="1836039"/>
                  </a:lnTo>
                  <a:lnTo>
                    <a:pt x="302260" y="1838897"/>
                  </a:lnTo>
                  <a:lnTo>
                    <a:pt x="302260" y="2057210"/>
                  </a:lnTo>
                  <a:close/>
                  <a:moveTo>
                    <a:pt x="469583" y="2071751"/>
                  </a:moveTo>
                  <a:lnTo>
                    <a:pt x="311277" y="2058035"/>
                  </a:lnTo>
                  <a:lnTo>
                    <a:pt x="311277" y="1839912"/>
                  </a:lnTo>
                  <a:lnTo>
                    <a:pt x="335598" y="1842516"/>
                  </a:lnTo>
                  <a:lnTo>
                    <a:pt x="335598" y="2055050"/>
                  </a:lnTo>
                  <a:lnTo>
                    <a:pt x="344615" y="2055050"/>
                  </a:lnTo>
                  <a:lnTo>
                    <a:pt x="344615" y="43434"/>
                  </a:lnTo>
                  <a:lnTo>
                    <a:pt x="344488" y="42291"/>
                  </a:lnTo>
                  <a:cubicBezTo>
                    <a:pt x="344361" y="41910"/>
                    <a:pt x="342075" y="32702"/>
                    <a:pt x="348615" y="24257"/>
                  </a:cubicBezTo>
                  <a:cubicBezTo>
                    <a:pt x="356235" y="14414"/>
                    <a:pt x="373063" y="9207"/>
                    <a:pt x="397256" y="9207"/>
                  </a:cubicBezTo>
                  <a:cubicBezTo>
                    <a:pt x="457898" y="9207"/>
                    <a:pt x="468566" y="48006"/>
                    <a:pt x="469646" y="52514"/>
                  </a:cubicBezTo>
                  <a:lnTo>
                    <a:pt x="469646" y="2071751"/>
                  </a:lnTo>
                  <a:close/>
                  <a:moveTo>
                    <a:pt x="478536" y="1094232"/>
                  </a:moveTo>
                  <a:cubicBezTo>
                    <a:pt x="482473" y="1088898"/>
                    <a:pt x="502730" y="1063435"/>
                    <a:pt x="536766" y="1057338"/>
                  </a:cubicBezTo>
                  <a:cubicBezTo>
                    <a:pt x="540957" y="1056576"/>
                    <a:pt x="545148" y="1056259"/>
                    <a:pt x="549466" y="1056132"/>
                  </a:cubicBezTo>
                  <a:lnTo>
                    <a:pt x="549466" y="1210755"/>
                  </a:lnTo>
                  <a:lnTo>
                    <a:pt x="478536" y="1199261"/>
                  </a:lnTo>
                  <a:lnTo>
                    <a:pt x="478536" y="1094232"/>
                  </a:lnTo>
                  <a:close/>
                  <a:moveTo>
                    <a:pt x="478536" y="1208405"/>
                  </a:moveTo>
                  <a:lnTo>
                    <a:pt x="549466" y="1219899"/>
                  </a:lnTo>
                  <a:lnTo>
                    <a:pt x="549466" y="1373505"/>
                  </a:lnTo>
                  <a:lnTo>
                    <a:pt x="478536" y="1362011"/>
                  </a:lnTo>
                  <a:lnTo>
                    <a:pt x="478536" y="1208405"/>
                  </a:lnTo>
                  <a:close/>
                  <a:moveTo>
                    <a:pt x="478536" y="1371155"/>
                  </a:moveTo>
                  <a:lnTo>
                    <a:pt x="549466" y="1382649"/>
                  </a:lnTo>
                  <a:lnTo>
                    <a:pt x="549466" y="1534605"/>
                  </a:lnTo>
                  <a:lnTo>
                    <a:pt x="478536" y="1523111"/>
                  </a:lnTo>
                  <a:lnTo>
                    <a:pt x="478536" y="1371155"/>
                  </a:lnTo>
                  <a:close/>
                  <a:moveTo>
                    <a:pt x="478536" y="1532192"/>
                  </a:moveTo>
                  <a:lnTo>
                    <a:pt x="549466" y="1543685"/>
                  </a:lnTo>
                  <a:lnTo>
                    <a:pt x="549466" y="1652206"/>
                  </a:lnTo>
                  <a:lnTo>
                    <a:pt x="484378" y="1643888"/>
                  </a:lnTo>
                  <a:lnTo>
                    <a:pt x="483235" y="1652842"/>
                  </a:lnTo>
                  <a:lnTo>
                    <a:pt x="723075" y="1683512"/>
                  </a:lnTo>
                  <a:lnTo>
                    <a:pt x="723075" y="1772094"/>
                  </a:lnTo>
                  <a:lnTo>
                    <a:pt x="484378" y="1741551"/>
                  </a:lnTo>
                  <a:lnTo>
                    <a:pt x="483235" y="1750505"/>
                  </a:lnTo>
                  <a:lnTo>
                    <a:pt x="723075" y="1781175"/>
                  </a:lnTo>
                  <a:lnTo>
                    <a:pt x="723075" y="1875092"/>
                  </a:lnTo>
                  <a:lnTo>
                    <a:pt x="478536" y="1848803"/>
                  </a:lnTo>
                  <a:lnTo>
                    <a:pt x="478536" y="1532192"/>
                  </a:lnTo>
                  <a:close/>
                  <a:moveTo>
                    <a:pt x="715074" y="1246759"/>
                  </a:moveTo>
                  <a:cubicBezTo>
                    <a:pt x="715772" y="1250379"/>
                    <a:pt x="716407" y="1253871"/>
                    <a:pt x="716979" y="1257363"/>
                  </a:cubicBezTo>
                  <a:cubicBezTo>
                    <a:pt x="727012" y="1317942"/>
                    <a:pt x="723202" y="1369187"/>
                    <a:pt x="723138" y="1370012"/>
                  </a:cubicBezTo>
                  <a:lnTo>
                    <a:pt x="723138" y="1401699"/>
                  </a:lnTo>
                  <a:lnTo>
                    <a:pt x="558483" y="1375029"/>
                  </a:lnTo>
                  <a:lnTo>
                    <a:pt x="558483" y="1221423"/>
                  </a:lnTo>
                  <a:lnTo>
                    <a:pt x="715074" y="1246759"/>
                  </a:lnTo>
                  <a:close/>
                  <a:moveTo>
                    <a:pt x="558483" y="1212215"/>
                  </a:moveTo>
                  <a:lnTo>
                    <a:pt x="558483" y="1056195"/>
                  </a:lnTo>
                  <a:cubicBezTo>
                    <a:pt x="580327" y="1057783"/>
                    <a:pt x="603377" y="1067372"/>
                    <a:pt x="627190" y="1084770"/>
                  </a:cubicBezTo>
                  <a:cubicBezTo>
                    <a:pt x="678053" y="1121918"/>
                    <a:pt x="701929" y="1184847"/>
                    <a:pt x="713169" y="1237234"/>
                  </a:cubicBezTo>
                  <a:lnTo>
                    <a:pt x="558483" y="1212215"/>
                  </a:lnTo>
                  <a:close/>
                  <a:moveTo>
                    <a:pt x="723075" y="1410780"/>
                  </a:moveTo>
                  <a:lnTo>
                    <a:pt x="723075" y="1562735"/>
                  </a:lnTo>
                  <a:lnTo>
                    <a:pt x="558419" y="1536065"/>
                  </a:lnTo>
                  <a:lnTo>
                    <a:pt x="558419" y="1384110"/>
                  </a:lnTo>
                  <a:lnTo>
                    <a:pt x="723075" y="1410780"/>
                  </a:lnTo>
                  <a:close/>
                  <a:moveTo>
                    <a:pt x="723075" y="1571879"/>
                  </a:moveTo>
                  <a:lnTo>
                    <a:pt x="723075" y="1674431"/>
                  </a:lnTo>
                  <a:lnTo>
                    <a:pt x="558419" y="1653349"/>
                  </a:lnTo>
                  <a:lnTo>
                    <a:pt x="558419" y="1545145"/>
                  </a:lnTo>
                  <a:lnTo>
                    <a:pt x="723075" y="1571879"/>
                  </a:lnTo>
                  <a:close/>
                  <a:moveTo>
                    <a:pt x="531114" y="2077085"/>
                  </a:moveTo>
                  <a:lnTo>
                    <a:pt x="478536" y="2072513"/>
                  </a:lnTo>
                  <a:lnTo>
                    <a:pt x="478536" y="1857819"/>
                  </a:lnTo>
                  <a:lnTo>
                    <a:pt x="501777" y="1860296"/>
                  </a:lnTo>
                  <a:lnTo>
                    <a:pt x="501777" y="2073847"/>
                  </a:lnTo>
                  <a:lnTo>
                    <a:pt x="510794" y="2073847"/>
                  </a:lnTo>
                  <a:lnTo>
                    <a:pt x="510794" y="1861249"/>
                  </a:lnTo>
                  <a:lnTo>
                    <a:pt x="531114" y="1863407"/>
                  </a:lnTo>
                  <a:lnTo>
                    <a:pt x="531114" y="2077085"/>
                  </a:lnTo>
                  <a:close/>
                  <a:moveTo>
                    <a:pt x="560451" y="2079625"/>
                  </a:moveTo>
                  <a:lnTo>
                    <a:pt x="532003" y="2077149"/>
                  </a:lnTo>
                  <a:lnTo>
                    <a:pt x="540131" y="2077149"/>
                  </a:lnTo>
                  <a:lnTo>
                    <a:pt x="540131" y="1864424"/>
                  </a:lnTo>
                  <a:lnTo>
                    <a:pt x="560451" y="1866582"/>
                  </a:lnTo>
                  <a:lnTo>
                    <a:pt x="560451" y="2079625"/>
                  </a:lnTo>
                  <a:close/>
                  <a:moveTo>
                    <a:pt x="589788" y="2082165"/>
                  </a:moveTo>
                  <a:lnTo>
                    <a:pt x="569468" y="2080387"/>
                  </a:lnTo>
                  <a:lnTo>
                    <a:pt x="569468" y="1867599"/>
                  </a:lnTo>
                  <a:lnTo>
                    <a:pt x="589788" y="1869757"/>
                  </a:lnTo>
                  <a:lnTo>
                    <a:pt x="589788" y="2082165"/>
                  </a:lnTo>
                  <a:close/>
                  <a:moveTo>
                    <a:pt x="619125" y="2084705"/>
                  </a:moveTo>
                  <a:lnTo>
                    <a:pt x="598805" y="2082927"/>
                  </a:lnTo>
                  <a:lnTo>
                    <a:pt x="598805" y="1870710"/>
                  </a:lnTo>
                  <a:lnTo>
                    <a:pt x="619125" y="1872869"/>
                  </a:lnTo>
                  <a:lnTo>
                    <a:pt x="619125" y="2084705"/>
                  </a:lnTo>
                  <a:close/>
                  <a:moveTo>
                    <a:pt x="648399" y="2087245"/>
                  </a:moveTo>
                  <a:lnTo>
                    <a:pt x="628079" y="2085467"/>
                  </a:lnTo>
                  <a:lnTo>
                    <a:pt x="628079" y="1873885"/>
                  </a:lnTo>
                  <a:lnTo>
                    <a:pt x="648399" y="1876044"/>
                  </a:lnTo>
                  <a:lnTo>
                    <a:pt x="648399" y="2087245"/>
                  </a:lnTo>
                  <a:close/>
                  <a:moveTo>
                    <a:pt x="677736" y="2089785"/>
                  </a:moveTo>
                  <a:lnTo>
                    <a:pt x="657416" y="2088007"/>
                  </a:lnTo>
                  <a:lnTo>
                    <a:pt x="657416" y="1876997"/>
                  </a:lnTo>
                  <a:lnTo>
                    <a:pt x="677736" y="1879155"/>
                  </a:lnTo>
                  <a:lnTo>
                    <a:pt x="677736" y="2089785"/>
                  </a:lnTo>
                  <a:close/>
                  <a:moveTo>
                    <a:pt x="707073" y="2092325"/>
                  </a:moveTo>
                  <a:lnTo>
                    <a:pt x="686753" y="2090547"/>
                  </a:lnTo>
                  <a:lnTo>
                    <a:pt x="686753" y="1880172"/>
                  </a:lnTo>
                  <a:lnTo>
                    <a:pt x="707073" y="1882330"/>
                  </a:lnTo>
                  <a:lnTo>
                    <a:pt x="707073" y="2092325"/>
                  </a:lnTo>
                  <a:close/>
                  <a:moveTo>
                    <a:pt x="736410" y="2094865"/>
                  </a:moveTo>
                  <a:lnTo>
                    <a:pt x="716090" y="2093087"/>
                  </a:lnTo>
                  <a:lnTo>
                    <a:pt x="716090" y="1883347"/>
                  </a:lnTo>
                  <a:lnTo>
                    <a:pt x="736410" y="1885505"/>
                  </a:lnTo>
                  <a:lnTo>
                    <a:pt x="736410" y="2094865"/>
                  </a:lnTo>
                  <a:close/>
                  <a:moveTo>
                    <a:pt x="765683" y="2097405"/>
                  </a:moveTo>
                  <a:lnTo>
                    <a:pt x="745363" y="2095627"/>
                  </a:lnTo>
                  <a:lnTo>
                    <a:pt x="745363" y="1886458"/>
                  </a:lnTo>
                  <a:lnTo>
                    <a:pt x="765683" y="1888617"/>
                  </a:lnTo>
                  <a:lnTo>
                    <a:pt x="765683" y="2097405"/>
                  </a:lnTo>
                  <a:close/>
                  <a:moveTo>
                    <a:pt x="795020" y="2100009"/>
                  </a:moveTo>
                  <a:lnTo>
                    <a:pt x="774700" y="2098230"/>
                  </a:lnTo>
                  <a:lnTo>
                    <a:pt x="774700" y="1889697"/>
                  </a:lnTo>
                  <a:lnTo>
                    <a:pt x="795020" y="1891855"/>
                  </a:lnTo>
                  <a:lnTo>
                    <a:pt x="795020" y="2100009"/>
                  </a:lnTo>
                  <a:close/>
                  <a:moveTo>
                    <a:pt x="824357" y="2102549"/>
                  </a:moveTo>
                  <a:lnTo>
                    <a:pt x="804037" y="2100771"/>
                  </a:lnTo>
                  <a:lnTo>
                    <a:pt x="804037" y="1892808"/>
                  </a:lnTo>
                  <a:lnTo>
                    <a:pt x="824357" y="1894967"/>
                  </a:lnTo>
                  <a:lnTo>
                    <a:pt x="824357" y="2102549"/>
                  </a:lnTo>
                  <a:close/>
                  <a:moveTo>
                    <a:pt x="853694" y="2105088"/>
                  </a:moveTo>
                  <a:lnTo>
                    <a:pt x="833374" y="2103311"/>
                  </a:lnTo>
                  <a:lnTo>
                    <a:pt x="833374" y="1895983"/>
                  </a:lnTo>
                  <a:lnTo>
                    <a:pt x="853694" y="1898142"/>
                  </a:lnTo>
                  <a:lnTo>
                    <a:pt x="853694" y="2105088"/>
                  </a:lnTo>
                  <a:close/>
                  <a:moveTo>
                    <a:pt x="882968" y="2107629"/>
                  </a:moveTo>
                  <a:lnTo>
                    <a:pt x="862647" y="2105850"/>
                  </a:lnTo>
                  <a:lnTo>
                    <a:pt x="862647" y="1899094"/>
                  </a:lnTo>
                  <a:lnTo>
                    <a:pt x="882968" y="1901254"/>
                  </a:lnTo>
                  <a:lnTo>
                    <a:pt x="882968" y="2107629"/>
                  </a:lnTo>
                  <a:close/>
                  <a:moveTo>
                    <a:pt x="912305" y="2110168"/>
                  </a:moveTo>
                  <a:lnTo>
                    <a:pt x="891985" y="2108391"/>
                  </a:lnTo>
                  <a:lnTo>
                    <a:pt x="891985" y="1902269"/>
                  </a:lnTo>
                  <a:lnTo>
                    <a:pt x="912305" y="1904429"/>
                  </a:lnTo>
                  <a:lnTo>
                    <a:pt x="912305" y="2110168"/>
                  </a:lnTo>
                  <a:close/>
                  <a:moveTo>
                    <a:pt x="947293" y="2113217"/>
                  </a:moveTo>
                  <a:lnTo>
                    <a:pt x="921322" y="2110930"/>
                  </a:lnTo>
                  <a:lnTo>
                    <a:pt x="921322" y="1905444"/>
                  </a:lnTo>
                  <a:lnTo>
                    <a:pt x="947293" y="1908238"/>
                  </a:lnTo>
                  <a:lnTo>
                    <a:pt x="947293" y="2113217"/>
                  </a:lnTo>
                  <a:close/>
                  <a:moveTo>
                    <a:pt x="947293" y="1899158"/>
                  </a:moveTo>
                  <a:lnTo>
                    <a:pt x="732092" y="1876044"/>
                  </a:lnTo>
                  <a:lnTo>
                    <a:pt x="732092" y="1370330"/>
                  </a:lnTo>
                  <a:cubicBezTo>
                    <a:pt x="732409" y="1366012"/>
                    <a:pt x="736283" y="1311592"/>
                    <a:pt x="724789" y="1248283"/>
                  </a:cubicBezTo>
                  <a:lnTo>
                    <a:pt x="727647" y="1248728"/>
                  </a:lnTo>
                  <a:lnTo>
                    <a:pt x="729107" y="1239837"/>
                  </a:lnTo>
                  <a:lnTo>
                    <a:pt x="723011" y="1238822"/>
                  </a:lnTo>
                  <a:cubicBezTo>
                    <a:pt x="711137" y="1180465"/>
                    <a:pt x="685737" y="1116330"/>
                    <a:pt x="632524" y="1077468"/>
                  </a:cubicBezTo>
                  <a:cubicBezTo>
                    <a:pt x="598551" y="1052639"/>
                    <a:pt x="565785" y="1042860"/>
                    <a:pt x="535115" y="1048385"/>
                  </a:cubicBezTo>
                  <a:cubicBezTo>
                    <a:pt x="507555" y="1053338"/>
                    <a:pt x="488633" y="1069340"/>
                    <a:pt x="478600" y="1080072"/>
                  </a:cubicBezTo>
                  <a:lnTo>
                    <a:pt x="478600" y="424497"/>
                  </a:lnTo>
                  <a:lnTo>
                    <a:pt x="947357" y="527622"/>
                  </a:lnTo>
                  <a:lnTo>
                    <a:pt x="947357" y="1899158"/>
                  </a:lnTo>
                  <a:close/>
                  <a:moveTo>
                    <a:pt x="1081342" y="2124837"/>
                  </a:moveTo>
                  <a:lnTo>
                    <a:pt x="947611" y="2113217"/>
                  </a:lnTo>
                  <a:lnTo>
                    <a:pt x="956310" y="2113217"/>
                  </a:lnTo>
                  <a:lnTo>
                    <a:pt x="956310" y="198247"/>
                  </a:lnTo>
                  <a:lnTo>
                    <a:pt x="956247" y="197421"/>
                  </a:lnTo>
                  <a:cubicBezTo>
                    <a:pt x="956183" y="197231"/>
                    <a:pt x="952691" y="177610"/>
                    <a:pt x="964565" y="163322"/>
                  </a:cubicBezTo>
                  <a:cubicBezTo>
                    <a:pt x="973328" y="152781"/>
                    <a:pt x="988250" y="147447"/>
                    <a:pt x="1008952" y="147447"/>
                  </a:cubicBezTo>
                  <a:cubicBezTo>
                    <a:pt x="1069404" y="147447"/>
                    <a:pt x="1080199" y="184086"/>
                    <a:pt x="1081342" y="188531"/>
                  </a:cubicBezTo>
                  <a:lnTo>
                    <a:pt x="1081342" y="2124837"/>
                  </a:lnTo>
                  <a:close/>
                  <a:moveTo>
                    <a:pt x="1090295" y="1150303"/>
                  </a:moveTo>
                  <a:cubicBezTo>
                    <a:pt x="1094677" y="1150429"/>
                    <a:pt x="1102360" y="1151191"/>
                    <a:pt x="1112520" y="1154176"/>
                  </a:cubicBezTo>
                  <a:lnTo>
                    <a:pt x="1111123" y="1154176"/>
                  </a:lnTo>
                  <a:lnTo>
                    <a:pt x="1111123" y="1293114"/>
                  </a:lnTo>
                  <a:lnTo>
                    <a:pt x="1090295" y="1289241"/>
                  </a:lnTo>
                  <a:lnTo>
                    <a:pt x="1090295" y="1150303"/>
                  </a:lnTo>
                  <a:close/>
                  <a:moveTo>
                    <a:pt x="1090295" y="1298385"/>
                  </a:moveTo>
                  <a:lnTo>
                    <a:pt x="1111123" y="1302258"/>
                  </a:lnTo>
                  <a:lnTo>
                    <a:pt x="1111123" y="1458468"/>
                  </a:lnTo>
                  <a:lnTo>
                    <a:pt x="1090295" y="1454594"/>
                  </a:lnTo>
                  <a:lnTo>
                    <a:pt x="1090295" y="1298385"/>
                  </a:lnTo>
                  <a:close/>
                  <a:moveTo>
                    <a:pt x="1090295" y="1463738"/>
                  </a:moveTo>
                  <a:lnTo>
                    <a:pt x="1111123" y="1467612"/>
                  </a:lnTo>
                  <a:lnTo>
                    <a:pt x="1111123" y="1605470"/>
                  </a:lnTo>
                  <a:lnTo>
                    <a:pt x="1090295" y="1601597"/>
                  </a:lnTo>
                  <a:lnTo>
                    <a:pt x="1090295" y="1463738"/>
                  </a:lnTo>
                  <a:close/>
                  <a:moveTo>
                    <a:pt x="1090295" y="1610741"/>
                  </a:moveTo>
                  <a:lnTo>
                    <a:pt x="1111123" y="1614614"/>
                  </a:lnTo>
                  <a:lnTo>
                    <a:pt x="1111123" y="1731200"/>
                  </a:lnTo>
                  <a:lnTo>
                    <a:pt x="1090295" y="1728661"/>
                  </a:lnTo>
                  <a:lnTo>
                    <a:pt x="1090295" y="1610741"/>
                  </a:lnTo>
                  <a:close/>
                  <a:moveTo>
                    <a:pt x="1090295" y="1737741"/>
                  </a:moveTo>
                  <a:lnTo>
                    <a:pt x="1243076" y="1756283"/>
                  </a:lnTo>
                  <a:lnTo>
                    <a:pt x="1243076" y="1844866"/>
                  </a:lnTo>
                  <a:lnTo>
                    <a:pt x="1090295" y="1826324"/>
                  </a:lnTo>
                  <a:lnTo>
                    <a:pt x="1090295" y="1737741"/>
                  </a:lnTo>
                  <a:close/>
                  <a:moveTo>
                    <a:pt x="1238631" y="1326134"/>
                  </a:moveTo>
                  <a:cubicBezTo>
                    <a:pt x="1246188" y="1386014"/>
                    <a:pt x="1243140" y="1445133"/>
                    <a:pt x="1243076" y="1446276"/>
                  </a:cubicBezTo>
                  <a:lnTo>
                    <a:pt x="1243076" y="1483233"/>
                  </a:lnTo>
                  <a:lnTo>
                    <a:pt x="1120140" y="1460246"/>
                  </a:lnTo>
                  <a:lnTo>
                    <a:pt x="1120140" y="1304036"/>
                  </a:lnTo>
                  <a:lnTo>
                    <a:pt x="1238631" y="1326134"/>
                  </a:lnTo>
                  <a:close/>
                  <a:moveTo>
                    <a:pt x="1120140" y="1294765"/>
                  </a:moveTo>
                  <a:lnTo>
                    <a:pt x="1120140" y="1156653"/>
                  </a:lnTo>
                  <a:cubicBezTo>
                    <a:pt x="1141794" y="1164526"/>
                    <a:pt x="1171766" y="1181925"/>
                    <a:pt x="1203833" y="1220280"/>
                  </a:cubicBezTo>
                  <a:cubicBezTo>
                    <a:pt x="1221804" y="1241806"/>
                    <a:pt x="1231837" y="1278763"/>
                    <a:pt x="1237298" y="1316673"/>
                  </a:cubicBezTo>
                  <a:lnTo>
                    <a:pt x="1120140" y="1294765"/>
                  </a:lnTo>
                  <a:close/>
                  <a:moveTo>
                    <a:pt x="1241870" y="1492123"/>
                  </a:moveTo>
                  <a:lnTo>
                    <a:pt x="1243076" y="1485710"/>
                  </a:lnTo>
                  <a:lnTo>
                    <a:pt x="1243076" y="1630172"/>
                  </a:lnTo>
                  <a:lnTo>
                    <a:pt x="1120140" y="1607185"/>
                  </a:lnTo>
                  <a:lnTo>
                    <a:pt x="1120140" y="1469390"/>
                  </a:lnTo>
                  <a:lnTo>
                    <a:pt x="1241870" y="1492123"/>
                  </a:lnTo>
                  <a:close/>
                  <a:moveTo>
                    <a:pt x="1241870" y="1639062"/>
                  </a:moveTo>
                  <a:lnTo>
                    <a:pt x="1243076" y="1632649"/>
                  </a:lnTo>
                  <a:lnTo>
                    <a:pt x="1243076" y="1747266"/>
                  </a:lnTo>
                  <a:lnTo>
                    <a:pt x="1120140" y="1732343"/>
                  </a:lnTo>
                  <a:lnTo>
                    <a:pt x="1120140" y="1616329"/>
                  </a:lnTo>
                  <a:lnTo>
                    <a:pt x="1241870" y="1639062"/>
                  </a:lnTo>
                  <a:close/>
                  <a:moveTo>
                    <a:pt x="1090295" y="1835404"/>
                  </a:moveTo>
                  <a:lnTo>
                    <a:pt x="1243076" y="1853946"/>
                  </a:lnTo>
                  <a:lnTo>
                    <a:pt x="1243076" y="1930972"/>
                  </a:lnTo>
                  <a:lnTo>
                    <a:pt x="1090295" y="1914525"/>
                  </a:lnTo>
                  <a:lnTo>
                    <a:pt x="1090295" y="1835404"/>
                  </a:lnTo>
                  <a:close/>
                  <a:moveTo>
                    <a:pt x="1527493" y="2163509"/>
                  </a:moveTo>
                  <a:lnTo>
                    <a:pt x="1504442" y="2161540"/>
                  </a:lnTo>
                  <a:lnTo>
                    <a:pt x="1504442" y="1969770"/>
                  </a:lnTo>
                  <a:lnTo>
                    <a:pt x="1495425" y="1969770"/>
                  </a:lnTo>
                  <a:lnTo>
                    <a:pt x="1495425" y="2160715"/>
                  </a:lnTo>
                  <a:lnTo>
                    <a:pt x="1476947" y="2159127"/>
                  </a:lnTo>
                  <a:lnTo>
                    <a:pt x="1476947" y="1966786"/>
                  </a:lnTo>
                  <a:lnTo>
                    <a:pt x="1467930" y="1966786"/>
                  </a:lnTo>
                  <a:lnTo>
                    <a:pt x="1467930" y="2158365"/>
                  </a:lnTo>
                  <a:lnTo>
                    <a:pt x="1449451" y="2156778"/>
                  </a:lnTo>
                  <a:lnTo>
                    <a:pt x="1449451" y="1963801"/>
                  </a:lnTo>
                  <a:lnTo>
                    <a:pt x="1440434" y="1963801"/>
                  </a:lnTo>
                  <a:lnTo>
                    <a:pt x="1440434" y="2156016"/>
                  </a:lnTo>
                  <a:lnTo>
                    <a:pt x="1421956" y="2154428"/>
                  </a:lnTo>
                  <a:lnTo>
                    <a:pt x="1421956" y="1960880"/>
                  </a:lnTo>
                  <a:lnTo>
                    <a:pt x="1412939" y="1960880"/>
                  </a:lnTo>
                  <a:lnTo>
                    <a:pt x="1412939" y="2153666"/>
                  </a:lnTo>
                  <a:lnTo>
                    <a:pt x="1394460" y="2152079"/>
                  </a:lnTo>
                  <a:lnTo>
                    <a:pt x="1394460" y="1957895"/>
                  </a:lnTo>
                  <a:lnTo>
                    <a:pt x="1385443" y="1957895"/>
                  </a:lnTo>
                  <a:lnTo>
                    <a:pt x="1385443" y="2151317"/>
                  </a:lnTo>
                  <a:lnTo>
                    <a:pt x="1366965" y="2149729"/>
                  </a:lnTo>
                  <a:lnTo>
                    <a:pt x="1366965" y="1954911"/>
                  </a:lnTo>
                  <a:lnTo>
                    <a:pt x="1357948" y="1954911"/>
                  </a:lnTo>
                  <a:lnTo>
                    <a:pt x="1357948" y="2148904"/>
                  </a:lnTo>
                  <a:lnTo>
                    <a:pt x="1339469" y="2147316"/>
                  </a:lnTo>
                  <a:lnTo>
                    <a:pt x="1339469" y="1951926"/>
                  </a:lnTo>
                  <a:lnTo>
                    <a:pt x="1330452" y="1951926"/>
                  </a:lnTo>
                  <a:lnTo>
                    <a:pt x="1330452" y="2146554"/>
                  </a:lnTo>
                  <a:lnTo>
                    <a:pt x="1311974" y="2144967"/>
                  </a:lnTo>
                  <a:lnTo>
                    <a:pt x="1311974" y="1948942"/>
                  </a:lnTo>
                  <a:lnTo>
                    <a:pt x="1302957" y="1948942"/>
                  </a:lnTo>
                  <a:lnTo>
                    <a:pt x="1302957" y="2144141"/>
                  </a:lnTo>
                  <a:lnTo>
                    <a:pt x="1284478" y="2142554"/>
                  </a:lnTo>
                  <a:lnTo>
                    <a:pt x="1284478" y="1945830"/>
                  </a:lnTo>
                  <a:lnTo>
                    <a:pt x="1275461" y="1945830"/>
                  </a:lnTo>
                  <a:lnTo>
                    <a:pt x="1275461" y="2141665"/>
                  </a:lnTo>
                  <a:lnTo>
                    <a:pt x="1256983" y="2140077"/>
                  </a:lnTo>
                  <a:lnTo>
                    <a:pt x="1256983" y="1942846"/>
                  </a:lnTo>
                  <a:lnTo>
                    <a:pt x="1247966" y="1942846"/>
                  </a:lnTo>
                  <a:lnTo>
                    <a:pt x="1247966" y="2139315"/>
                  </a:lnTo>
                  <a:lnTo>
                    <a:pt x="1229487" y="2137728"/>
                  </a:lnTo>
                  <a:lnTo>
                    <a:pt x="1229487" y="1939925"/>
                  </a:lnTo>
                  <a:lnTo>
                    <a:pt x="1220470" y="1939925"/>
                  </a:lnTo>
                  <a:lnTo>
                    <a:pt x="1220470" y="2136966"/>
                  </a:lnTo>
                  <a:lnTo>
                    <a:pt x="1199769" y="2135187"/>
                  </a:lnTo>
                  <a:lnTo>
                    <a:pt x="1201992" y="2135187"/>
                  </a:lnTo>
                  <a:lnTo>
                    <a:pt x="1201992" y="1936941"/>
                  </a:lnTo>
                  <a:lnTo>
                    <a:pt x="1192975" y="1936941"/>
                  </a:lnTo>
                  <a:lnTo>
                    <a:pt x="1192975" y="2134616"/>
                  </a:lnTo>
                  <a:lnTo>
                    <a:pt x="1089787" y="2125662"/>
                  </a:lnTo>
                  <a:lnTo>
                    <a:pt x="1089787" y="1923605"/>
                  </a:lnTo>
                  <a:lnTo>
                    <a:pt x="1468692" y="1964309"/>
                  </a:lnTo>
                  <a:lnTo>
                    <a:pt x="1468692" y="1966468"/>
                  </a:lnTo>
                  <a:lnTo>
                    <a:pt x="1477709" y="1966468"/>
                  </a:lnTo>
                  <a:lnTo>
                    <a:pt x="1477709" y="1965261"/>
                  </a:lnTo>
                  <a:lnTo>
                    <a:pt x="1526985" y="1970532"/>
                  </a:lnTo>
                  <a:lnTo>
                    <a:pt x="1526985" y="2163509"/>
                  </a:lnTo>
                  <a:close/>
                  <a:moveTo>
                    <a:pt x="1527493" y="1961515"/>
                  </a:moveTo>
                  <a:lnTo>
                    <a:pt x="1478217" y="1956244"/>
                  </a:lnTo>
                  <a:lnTo>
                    <a:pt x="1478217" y="1396111"/>
                  </a:lnTo>
                  <a:cubicBezTo>
                    <a:pt x="1478217" y="1313243"/>
                    <a:pt x="1512761" y="1277049"/>
                    <a:pt x="1527493" y="1265364"/>
                  </a:cubicBezTo>
                  <a:lnTo>
                    <a:pt x="1527493" y="1961515"/>
                  </a:lnTo>
                  <a:close/>
                  <a:moveTo>
                    <a:pt x="1527493" y="1254188"/>
                  </a:moveTo>
                  <a:cubicBezTo>
                    <a:pt x="1516063" y="1261364"/>
                    <a:pt x="1469200" y="1296734"/>
                    <a:pt x="1469200" y="1396048"/>
                  </a:cubicBezTo>
                  <a:lnTo>
                    <a:pt x="1469200" y="1955165"/>
                  </a:lnTo>
                  <a:lnTo>
                    <a:pt x="1252030" y="1931861"/>
                  </a:lnTo>
                  <a:lnTo>
                    <a:pt x="1252030" y="1446403"/>
                  </a:lnTo>
                  <a:cubicBezTo>
                    <a:pt x="1252411" y="1439418"/>
                    <a:pt x="1260793" y="1274445"/>
                    <a:pt x="1210755" y="1214501"/>
                  </a:cubicBezTo>
                  <a:cubicBezTo>
                    <a:pt x="1155446" y="1148334"/>
                    <a:pt x="1105853" y="1141603"/>
                    <a:pt x="1090295" y="1141222"/>
                  </a:cubicBezTo>
                  <a:lnTo>
                    <a:pt x="1090295" y="558991"/>
                  </a:lnTo>
                  <a:lnTo>
                    <a:pt x="1527493" y="655193"/>
                  </a:lnTo>
                  <a:lnTo>
                    <a:pt x="1527493" y="1254188"/>
                  </a:lnTo>
                  <a:close/>
                  <a:moveTo>
                    <a:pt x="1643571" y="2173605"/>
                  </a:moveTo>
                  <a:lnTo>
                    <a:pt x="1536510" y="2164271"/>
                  </a:lnTo>
                  <a:lnTo>
                    <a:pt x="1536510" y="352552"/>
                  </a:lnTo>
                  <a:lnTo>
                    <a:pt x="1536446" y="351790"/>
                  </a:lnTo>
                  <a:cubicBezTo>
                    <a:pt x="1536383" y="351599"/>
                    <a:pt x="1533144" y="331152"/>
                    <a:pt x="1544892" y="317246"/>
                  </a:cubicBezTo>
                  <a:cubicBezTo>
                    <a:pt x="1552448" y="308292"/>
                    <a:pt x="1564767" y="303784"/>
                    <a:pt x="1581531" y="303784"/>
                  </a:cubicBezTo>
                  <a:cubicBezTo>
                    <a:pt x="1633411" y="303784"/>
                    <a:pt x="1642682" y="338264"/>
                    <a:pt x="1643571" y="342392"/>
                  </a:cubicBezTo>
                  <a:lnTo>
                    <a:pt x="1643571" y="2173605"/>
                  </a:lnTo>
                  <a:close/>
                  <a:moveTo>
                    <a:pt x="1652524" y="682752"/>
                  </a:moveTo>
                  <a:lnTo>
                    <a:pt x="2049082" y="770001"/>
                  </a:lnTo>
                  <a:lnTo>
                    <a:pt x="2049082" y="2017586"/>
                  </a:lnTo>
                  <a:lnTo>
                    <a:pt x="1743837" y="1984756"/>
                  </a:lnTo>
                  <a:lnTo>
                    <a:pt x="1743837" y="1494663"/>
                  </a:lnTo>
                  <a:cubicBezTo>
                    <a:pt x="1744028" y="1489900"/>
                    <a:pt x="1748155" y="1376934"/>
                    <a:pt x="1720279" y="1320292"/>
                  </a:cubicBezTo>
                  <a:cubicBezTo>
                    <a:pt x="1695704" y="1270381"/>
                    <a:pt x="1661604" y="1246187"/>
                    <a:pt x="1652524" y="1240409"/>
                  </a:cubicBezTo>
                  <a:lnTo>
                    <a:pt x="1652524" y="682752"/>
                  </a:lnTo>
                  <a:close/>
                  <a:moveTo>
                    <a:pt x="1652524" y="1251394"/>
                  </a:moveTo>
                  <a:cubicBezTo>
                    <a:pt x="1664970" y="1260475"/>
                    <a:pt x="1692148" y="1283589"/>
                    <a:pt x="1712214" y="1324292"/>
                  </a:cubicBezTo>
                  <a:cubicBezTo>
                    <a:pt x="1722120" y="1344422"/>
                    <a:pt x="1727835" y="1372680"/>
                    <a:pt x="1731073" y="1400366"/>
                  </a:cubicBezTo>
                  <a:lnTo>
                    <a:pt x="1656842" y="1390269"/>
                  </a:lnTo>
                  <a:lnTo>
                    <a:pt x="1655636" y="1399159"/>
                  </a:lnTo>
                  <a:lnTo>
                    <a:pt x="1731899" y="1409573"/>
                  </a:lnTo>
                  <a:lnTo>
                    <a:pt x="1732026" y="1408620"/>
                  </a:lnTo>
                  <a:cubicBezTo>
                    <a:pt x="1736471" y="1452943"/>
                    <a:pt x="1734947" y="1493647"/>
                    <a:pt x="1734947" y="1494473"/>
                  </a:cubicBezTo>
                  <a:lnTo>
                    <a:pt x="1734947" y="1983804"/>
                  </a:lnTo>
                  <a:lnTo>
                    <a:pt x="1652588" y="1974977"/>
                  </a:lnTo>
                  <a:lnTo>
                    <a:pt x="1652588" y="1251394"/>
                  </a:lnTo>
                  <a:close/>
                  <a:moveTo>
                    <a:pt x="2151825" y="2217674"/>
                  </a:moveTo>
                  <a:lnTo>
                    <a:pt x="2030921" y="2207197"/>
                  </a:lnTo>
                  <a:lnTo>
                    <a:pt x="2030921" y="2028063"/>
                  </a:lnTo>
                  <a:lnTo>
                    <a:pt x="2021904" y="2028063"/>
                  </a:lnTo>
                  <a:lnTo>
                    <a:pt x="2021904" y="2206435"/>
                  </a:lnTo>
                  <a:lnTo>
                    <a:pt x="2005838" y="2205037"/>
                  </a:lnTo>
                  <a:lnTo>
                    <a:pt x="2005838" y="2025205"/>
                  </a:lnTo>
                  <a:lnTo>
                    <a:pt x="1996821" y="2025205"/>
                  </a:lnTo>
                  <a:lnTo>
                    <a:pt x="1996821" y="2204212"/>
                  </a:lnTo>
                  <a:lnTo>
                    <a:pt x="1980756" y="2202815"/>
                  </a:lnTo>
                  <a:lnTo>
                    <a:pt x="1980756" y="2022348"/>
                  </a:lnTo>
                  <a:lnTo>
                    <a:pt x="1971739" y="2022348"/>
                  </a:lnTo>
                  <a:lnTo>
                    <a:pt x="1971739" y="2202053"/>
                  </a:lnTo>
                  <a:lnTo>
                    <a:pt x="1955673" y="2200656"/>
                  </a:lnTo>
                  <a:lnTo>
                    <a:pt x="1955673" y="2019491"/>
                  </a:lnTo>
                  <a:lnTo>
                    <a:pt x="1946656" y="2019491"/>
                  </a:lnTo>
                  <a:lnTo>
                    <a:pt x="1946656" y="2199830"/>
                  </a:lnTo>
                  <a:lnTo>
                    <a:pt x="1930591" y="2198434"/>
                  </a:lnTo>
                  <a:lnTo>
                    <a:pt x="1930591" y="2016633"/>
                  </a:lnTo>
                  <a:lnTo>
                    <a:pt x="1921573" y="2016633"/>
                  </a:lnTo>
                  <a:lnTo>
                    <a:pt x="1921573" y="2197672"/>
                  </a:lnTo>
                  <a:lnTo>
                    <a:pt x="1905508" y="2196274"/>
                  </a:lnTo>
                  <a:lnTo>
                    <a:pt x="1905508" y="2013775"/>
                  </a:lnTo>
                  <a:lnTo>
                    <a:pt x="1896491" y="2013775"/>
                  </a:lnTo>
                  <a:lnTo>
                    <a:pt x="1896491" y="2195449"/>
                  </a:lnTo>
                  <a:lnTo>
                    <a:pt x="1880426" y="2194052"/>
                  </a:lnTo>
                  <a:lnTo>
                    <a:pt x="1880426" y="2010918"/>
                  </a:lnTo>
                  <a:lnTo>
                    <a:pt x="1871409" y="2010918"/>
                  </a:lnTo>
                  <a:lnTo>
                    <a:pt x="1871409" y="2193290"/>
                  </a:lnTo>
                  <a:lnTo>
                    <a:pt x="1855343" y="2191893"/>
                  </a:lnTo>
                  <a:lnTo>
                    <a:pt x="1855343" y="2008124"/>
                  </a:lnTo>
                  <a:lnTo>
                    <a:pt x="1846326" y="2008124"/>
                  </a:lnTo>
                  <a:lnTo>
                    <a:pt x="1846326" y="2191131"/>
                  </a:lnTo>
                  <a:lnTo>
                    <a:pt x="1830261" y="2189734"/>
                  </a:lnTo>
                  <a:lnTo>
                    <a:pt x="1830261" y="2005267"/>
                  </a:lnTo>
                  <a:lnTo>
                    <a:pt x="1821244" y="2005267"/>
                  </a:lnTo>
                  <a:lnTo>
                    <a:pt x="1821244" y="2188972"/>
                  </a:lnTo>
                  <a:lnTo>
                    <a:pt x="1805178" y="2187575"/>
                  </a:lnTo>
                  <a:lnTo>
                    <a:pt x="1805178" y="2002473"/>
                  </a:lnTo>
                  <a:lnTo>
                    <a:pt x="1796161" y="2002473"/>
                  </a:lnTo>
                  <a:lnTo>
                    <a:pt x="1796161" y="2186813"/>
                  </a:lnTo>
                  <a:lnTo>
                    <a:pt x="1780096" y="2185416"/>
                  </a:lnTo>
                  <a:lnTo>
                    <a:pt x="1780096" y="1999615"/>
                  </a:lnTo>
                  <a:lnTo>
                    <a:pt x="1771079" y="1999615"/>
                  </a:lnTo>
                  <a:lnTo>
                    <a:pt x="1771079" y="2184654"/>
                  </a:lnTo>
                  <a:lnTo>
                    <a:pt x="1755013" y="2183257"/>
                  </a:lnTo>
                  <a:lnTo>
                    <a:pt x="1755013" y="1996821"/>
                  </a:lnTo>
                  <a:lnTo>
                    <a:pt x="1745996" y="1996821"/>
                  </a:lnTo>
                  <a:lnTo>
                    <a:pt x="1745996" y="2182495"/>
                  </a:lnTo>
                  <a:lnTo>
                    <a:pt x="1729931" y="2181098"/>
                  </a:lnTo>
                  <a:lnTo>
                    <a:pt x="1729931" y="1993963"/>
                  </a:lnTo>
                  <a:lnTo>
                    <a:pt x="1720914" y="1993963"/>
                  </a:lnTo>
                  <a:lnTo>
                    <a:pt x="1720914" y="2180273"/>
                  </a:lnTo>
                  <a:lnTo>
                    <a:pt x="1704848" y="2178875"/>
                  </a:lnTo>
                  <a:lnTo>
                    <a:pt x="1704848" y="1991106"/>
                  </a:lnTo>
                  <a:lnTo>
                    <a:pt x="1695831" y="1991106"/>
                  </a:lnTo>
                  <a:lnTo>
                    <a:pt x="1695831" y="2178113"/>
                  </a:lnTo>
                  <a:lnTo>
                    <a:pt x="1678940" y="2176653"/>
                  </a:lnTo>
                  <a:lnTo>
                    <a:pt x="1679766" y="2176653"/>
                  </a:lnTo>
                  <a:lnTo>
                    <a:pt x="1679766" y="1988249"/>
                  </a:lnTo>
                  <a:lnTo>
                    <a:pt x="1670748" y="1988249"/>
                  </a:lnTo>
                  <a:lnTo>
                    <a:pt x="1670748" y="2175891"/>
                  </a:lnTo>
                  <a:lnTo>
                    <a:pt x="1652524" y="2174304"/>
                  </a:lnTo>
                  <a:lnTo>
                    <a:pt x="1652524" y="1983930"/>
                  </a:lnTo>
                  <a:lnTo>
                    <a:pt x="2049082" y="2026539"/>
                  </a:lnTo>
                  <a:lnTo>
                    <a:pt x="2049082" y="2205418"/>
                  </a:lnTo>
                  <a:lnTo>
                    <a:pt x="2058098" y="2205418"/>
                  </a:lnTo>
                  <a:lnTo>
                    <a:pt x="2058098" y="459041"/>
                  </a:lnTo>
                  <a:lnTo>
                    <a:pt x="2058035" y="458343"/>
                  </a:lnTo>
                  <a:cubicBezTo>
                    <a:pt x="2057972" y="458152"/>
                    <a:pt x="2054797" y="436626"/>
                    <a:pt x="2066607" y="422846"/>
                  </a:cubicBezTo>
                  <a:cubicBezTo>
                    <a:pt x="2073275" y="415099"/>
                    <a:pt x="2083626" y="411163"/>
                    <a:pt x="2097405" y="411163"/>
                  </a:cubicBezTo>
                  <a:cubicBezTo>
                    <a:pt x="2142935" y="411163"/>
                    <a:pt x="2150999" y="444691"/>
                    <a:pt x="2151825" y="448627"/>
                  </a:cubicBezTo>
                  <a:lnTo>
                    <a:pt x="2151825" y="2217674"/>
                  </a:lnTo>
                  <a:close/>
                  <a:moveTo>
                    <a:pt x="2160842" y="794639"/>
                  </a:moveTo>
                  <a:lnTo>
                    <a:pt x="2264601" y="817499"/>
                  </a:lnTo>
                  <a:lnTo>
                    <a:pt x="2264601" y="2040763"/>
                  </a:lnTo>
                  <a:lnTo>
                    <a:pt x="2253234" y="2039556"/>
                  </a:lnTo>
                  <a:lnTo>
                    <a:pt x="2253234" y="2038350"/>
                  </a:lnTo>
                  <a:lnTo>
                    <a:pt x="2244217" y="2038350"/>
                  </a:lnTo>
                  <a:lnTo>
                    <a:pt x="2244217" y="2038604"/>
                  </a:lnTo>
                  <a:lnTo>
                    <a:pt x="2230882" y="2037143"/>
                  </a:lnTo>
                  <a:lnTo>
                    <a:pt x="2230882" y="2035556"/>
                  </a:lnTo>
                  <a:lnTo>
                    <a:pt x="2221865" y="2035556"/>
                  </a:lnTo>
                  <a:lnTo>
                    <a:pt x="2221865" y="2036191"/>
                  </a:lnTo>
                  <a:lnTo>
                    <a:pt x="2208530" y="2034730"/>
                  </a:lnTo>
                  <a:lnTo>
                    <a:pt x="2208530" y="2032699"/>
                  </a:lnTo>
                  <a:lnTo>
                    <a:pt x="2199513" y="2032699"/>
                  </a:lnTo>
                  <a:lnTo>
                    <a:pt x="2199513" y="2033778"/>
                  </a:lnTo>
                  <a:lnTo>
                    <a:pt x="2186178" y="2032317"/>
                  </a:lnTo>
                  <a:lnTo>
                    <a:pt x="2186178" y="2029905"/>
                  </a:lnTo>
                  <a:lnTo>
                    <a:pt x="2177161" y="2029905"/>
                  </a:lnTo>
                  <a:lnTo>
                    <a:pt x="2177161" y="2031365"/>
                  </a:lnTo>
                  <a:lnTo>
                    <a:pt x="2160778" y="2029587"/>
                  </a:lnTo>
                  <a:lnTo>
                    <a:pt x="2160778" y="794639"/>
                  </a:lnTo>
                  <a:close/>
                  <a:moveTo>
                    <a:pt x="2288985" y="2229549"/>
                  </a:moveTo>
                  <a:lnTo>
                    <a:pt x="2160842" y="2218436"/>
                  </a:lnTo>
                  <a:lnTo>
                    <a:pt x="2160842" y="2038604"/>
                  </a:lnTo>
                  <a:lnTo>
                    <a:pt x="2177225" y="2040382"/>
                  </a:lnTo>
                  <a:lnTo>
                    <a:pt x="2177225" y="2215896"/>
                  </a:lnTo>
                  <a:lnTo>
                    <a:pt x="2186242" y="2215896"/>
                  </a:lnTo>
                  <a:lnTo>
                    <a:pt x="2186242" y="2041335"/>
                  </a:lnTo>
                  <a:lnTo>
                    <a:pt x="2199577" y="2042795"/>
                  </a:lnTo>
                  <a:lnTo>
                    <a:pt x="2199577" y="2218690"/>
                  </a:lnTo>
                  <a:lnTo>
                    <a:pt x="2208594" y="2218690"/>
                  </a:lnTo>
                  <a:lnTo>
                    <a:pt x="2208594" y="2043748"/>
                  </a:lnTo>
                  <a:lnTo>
                    <a:pt x="2221929" y="2045208"/>
                  </a:lnTo>
                  <a:lnTo>
                    <a:pt x="2221929" y="2221548"/>
                  </a:lnTo>
                  <a:lnTo>
                    <a:pt x="2230946" y="2221548"/>
                  </a:lnTo>
                  <a:lnTo>
                    <a:pt x="2230946" y="2046161"/>
                  </a:lnTo>
                  <a:lnTo>
                    <a:pt x="2244281" y="2047621"/>
                  </a:lnTo>
                  <a:lnTo>
                    <a:pt x="2244281" y="2224342"/>
                  </a:lnTo>
                  <a:lnTo>
                    <a:pt x="2253298" y="2224342"/>
                  </a:lnTo>
                  <a:lnTo>
                    <a:pt x="2253298" y="2048574"/>
                  </a:lnTo>
                  <a:lnTo>
                    <a:pt x="2264664" y="2049780"/>
                  </a:lnTo>
                  <a:lnTo>
                    <a:pt x="2264664" y="2053273"/>
                  </a:lnTo>
                  <a:lnTo>
                    <a:pt x="2266696" y="2053273"/>
                  </a:lnTo>
                  <a:lnTo>
                    <a:pt x="2266696" y="2227136"/>
                  </a:lnTo>
                  <a:lnTo>
                    <a:pt x="2275713" y="2227136"/>
                  </a:lnTo>
                  <a:lnTo>
                    <a:pt x="2275713" y="2050986"/>
                  </a:lnTo>
                  <a:lnTo>
                    <a:pt x="2289048" y="2052447"/>
                  </a:lnTo>
                  <a:lnTo>
                    <a:pt x="2289048" y="2229549"/>
                  </a:lnTo>
                  <a:close/>
                  <a:moveTo>
                    <a:pt x="2311337" y="2231517"/>
                  </a:moveTo>
                  <a:lnTo>
                    <a:pt x="2293112" y="2229930"/>
                  </a:lnTo>
                  <a:lnTo>
                    <a:pt x="2298002" y="2229930"/>
                  </a:lnTo>
                  <a:lnTo>
                    <a:pt x="2298002" y="2053336"/>
                  </a:lnTo>
                  <a:lnTo>
                    <a:pt x="2311337" y="2054797"/>
                  </a:lnTo>
                  <a:lnTo>
                    <a:pt x="2311337" y="2231517"/>
                  </a:lnTo>
                  <a:close/>
                  <a:moveTo>
                    <a:pt x="2333689" y="2233422"/>
                  </a:moveTo>
                  <a:lnTo>
                    <a:pt x="2320354" y="2232279"/>
                  </a:lnTo>
                  <a:lnTo>
                    <a:pt x="2320354" y="2055749"/>
                  </a:lnTo>
                  <a:lnTo>
                    <a:pt x="2333689" y="2057210"/>
                  </a:lnTo>
                  <a:lnTo>
                    <a:pt x="2333689" y="2233422"/>
                  </a:lnTo>
                  <a:close/>
                  <a:moveTo>
                    <a:pt x="2356041" y="2235391"/>
                  </a:moveTo>
                  <a:lnTo>
                    <a:pt x="2342706" y="2234248"/>
                  </a:lnTo>
                  <a:lnTo>
                    <a:pt x="2342706" y="2058162"/>
                  </a:lnTo>
                  <a:lnTo>
                    <a:pt x="2356041" y="2059623"/>
                  </a:lnTo>
                  <a:lnTo>
                    <a:pt x="2356041" y="2235391"/>
                  </a:lnTo>
                  <a:close/>
                  <a:moveTo>
                    <a:pt x="2378393" y="2237296"/>
                  </a:moveTo>
                  <a:lnTo>
                    <a:pt x="2365058" y="2236153"/>
                  </a:lnTo>
                  <a:lnTo>
                    <a:pt x="2365058" y="2060575"/>
                  </a:lnTo>
                  <a:lnTo>
                    <a:pt x="2378393" y="2062036"/>
                  </a:lnTo>
                  <a:lnTo>
                    <a:pt x="2378393" y="2237296"/>
                  </a:lnTo>
                  <a:close/>
                  <a:moveTo>
                    <a:pt x="2400745" y="2239264"/>
                  </a:moveTo>
                  <a:lnTo>
                    <a:pt x="2387410" y="2238121"/>
                  </a:lnTo>
                  <a:lnTo>
                    <a:pt x="2387410" y="2062988"/>
                  </a:lnTo>
                  <a:lnTo>
                    <a:pt x="2400745" y="2064449"/>
                  </a:lnTo>
                  <a:lnTo>
                    <a:pt x="2400745" y="2239264"/>
                  </a:lnTo>
                  <a:close/>
                  <a:moveTo>
                    <a:pt x="2423033" y="2241169"/>
                  </a:moveTo>
                  <a:lnTo>
                    <a:pt x="2409698" y="2240026"/>
                  </a:lnTo>
                  <a:lnTo>
                    <a:pt x="2409698" y="2065337"/>
                  </a:lnTo>
                  <a:lnTo>
                    <a:pt x="2423033" y="2066798"/>
                  </a:lnTo>
                  <a:lnTo>
                    <a:pt x="2423033" y="2241169"/>
                  </a:lnTo>
                  <a:close/>
                  <a:moveTo>
                    <a:pt x="2445385" y="2243137"/>
                  </a:moveTo>
                  <a:lnTo>
                    <a:pt x="2432050" y="2241994"/>
                  </a:lnTo>
                  <a:lnTo>
                    <a:pt x="2432050" y="2067750"/>
                  </a:lnTo>
                  <a:lnTo>
                    <a:pt x="2445385" y="2069211"/>
                  </a:lnTo>
                  <a:lnTo>
                    <a:pt x="2445385" y="2243137"/>
                  </a:lnTo>
                  <a:close/>
                  <a:moveTo>
                    <a:pt x="2467737" y="2245106"/>
                  </a:moveTo>
                  <a:lnTo>
                    <a:pt x="2454402" y="2243963"/>
                  </a:lnTo>
                  <a:lnTo>
                    <a:pt x="2454402" y="2070227"/>
                  </a:lnTo>
                  <a:lnTo>
                    <a:pt x="2467737" y="2071687"/>
                  </a:lnTo>
                  <a:lnTo>
                    <a:pt x="2467737" y="2245106"/>
                  </a:lnTo>
                  <a:close/>
                  <a:moveTo>
                    <a:pt x="2490089" y="2247011"/>
                  </a:moveTo>
                  <a:lnTo>
                    <a:pt x="2476754" y="2245868"/>
                  </a:lnTo>
                  <a:lnTo>
                    <a:pt x="2476754" y="2072576"/>
                  </a:lnTo>
                  <a:lnTo>
                    <a:pt x="2490089" y="2074037"/>
                  </a:lnTo>
                  <a:lnTo>
                    <a:pt x="2490089" y="2247011"/>
                  </a:lnTo>
                  <a:close/>
                  <a:moveTo>
                    <a:pt x="2518029" y="2249424"/>
                  </a:moveTo>
                  <a:lnTo>
                    <a:pt x="2499106" y="2247773"/>
                  </a:lnTo>
                  <a:lnTo>
                    <a:pt x="2499106" y="2074926"/>
                  </a:lnTo>
                  <a:lnTo>
                    <a:pt x="2518029" y="2076958"/>
                  </a:lnTo>
                  <a:lnTo>
                    <a:pt x="2518029" y="2249424"/>
                  </a:lnTo>
                  <a:close/>
                  <a:moveTo>
                    <a:pt x="2518029" y="2067941"/>
                  </a:moveTo>
                  <a:lnTo>
                    <a:pt x="2298002" y="2044319"/>
                  </a:lnTo>
                  <a:lnTo>
                    <a:pt x="2298002" y="2043938"/>
                  </a:lnTo>
                  <a:lnTo>
                    <a:pt x="2294255" y="2043938"/>
                  </a:lnTo>
                  <a:lnTo>
                    <a:pt x="2275650" y="2041969"/>
                  </a:lnTo>
                  <a:lnTo>
                    <a:pt x="2275650" y="2041144"/>
                  </a:lnTo>
                  <a:lnTo>
                    <a:pt x="2273618" y="2041144"/>
                  </a:lnTo>
                  <a:lnTo>
                    <a:pt x="2273618" y="817118"/>
                  </a:lnTo>
                  <a:lnTo>
                    <a:pt x="2518029" y="738695"/>
                  </a:lnTo>
                  <a:lnTo>
                    <a:pt x="2518029" y="2067941"/>
                  </a:lnTo>
                  <a:close/>
                  <a:moveTo>
                    <a:pt x="2620709" y="2258314"/>
                  </a:moveTo>
                  <a:lnTo>
                    <a:pt x="2526983" y="2250186"/>
                  </a:lnTo>
                  <a:lnTo>
                    <a:pt x="2526983" y="578739"/>
                  </a:lnTo>
                  <a:lnTo>
                    <a:pt x="2526919" y="578041"/>
                  </a:lnTo>
                  <a:cubicBezTo>
                    <a:pt x="2526856" y="577850"/>
                    <a:pt x="2523744" y="557530"/>
                    <a:pt x="2535111" y="544195"/>
                  </a:cubicBezTo>
                  <a:cubicBezTo>
                    <a:pt x="2541778" y="536385"/>
                    <a:pt x="2552256" y="532447"/>
                    <a:pt x="2566289" y="532447"/>
                  </a:cubicBezTo>
                  <a:cubicBezTo>
                    <a:pt x="2611374" y="532447"/>
                    <a:pt x="2619756" y="559435"/>
                    <a:pt x="2620709" y="563118"/>
                  </a:cubicBezTo>
                  <a:lnTo>
                    <a:pt x="2620709" y="2258314"/>
                  </a:lnTo>
                  <a:close/>
                  <a:moveTo>
                    <a:pt x="2629726" y="869632"/>
                  </a:moveTo>
                  <a:lnTo>
                    <a:pt x="2948940" y="938213"/>
                  </a:lnTo>
                  <a:lnTo>
                    <a:pt x="2948940" y="1061910"/>
                  </a:lnTo>
                  <a:lnTo>
                    <a:pt x="2783967" y="1029144"/>
                  </a:lnTo>
                  <a:lnTo>
                    <a:pt x="2784602" y="1338770"/>
                  </a:lnTo>
                  <a:lnTo>
                    <a:pt x="2793619" y="1338770"/>
                  </a:lnTo>
                  <a:lnTo>
                    <a:pt x="2793048" y="1040130"/>
                  </a:lnTo>
                  <a:lnTo>
                    <a:pt x="2949004" y="1071118"/>
                  </a:lnTo>
                  <a:lnTo>
                    <a:pt x="2949004" y="1370393"/>
                  </a:lnTo>
                  <a:lnTo>
                    <a:pt x="2629789" y="1313815"/>
                  </a:lnTo>
                  <a:lnTo>
                    <a:pt x="2629789" y="869632"/>
                  </a:lnTo>
                  <a:close/>
                  <a:moveTo>
                    <a:pt x="2629726" y="1322895"/>
                  </a:moveTo>
                  <a:lnTo>
                    <a:pt x="2948940" y="1379474"/>
                  </a:lnTo>
                  <a:lnTo>
                    <a:pt x="2948940" y="1514856"/>
                  </a:lnTo>
                  <a:lnTo>
                    <a:pt x="2629726" y="1464818"/>
                  </a:lnTo>
                  <a:lnTo>
                    <a:pt x="2629726" y="1322895"/>
                  </a:lnTo>
                  <a:close/>
                  <a:moveTo>
                    <a:pt x="2629726" y="1474025"/>
                  </a:moveTo>
                  <a:lnTo>
                    <a:pt x="2948940" y="1524063"/>
                  </a:lnTo>
                  <a:lnTo>
                    <a:pt x="2948940" y="1613408"/>
                  </a:lnTo>
                  <a:lnTo>
                    <a:pt x="2640965" y="1568260"/>
                  </a:lnTo>
                  <a:lnTo>
                    <a:pt x="2639632" y="1577149"/>
                  </a:lnTo>
                  <a:lnTo>
                    <a:pt x="2948877" y="1622488"/>
                  </a:lnTo>
                  <a:lnTo>
                    <a:pt x="2948877" y="1839786"/>
                  </a:lnTo>
                  <a:lnTo>
                    <a:pt x="2783904" y="1819211"/>
                  </a:lnTo>
                  <a:lnTo>
                    <a:pt x="2784539" y="2128393"/>
                  </a:lnTo>
                  <a:lnTo>
                    <a:pt x="2793556" y="2128393"/>
                  </a:lnTo>
                  <a:lnTo>
                    <a:pt x="2792984" y="1829372"/>
                  </a:lnTo>
                  <a:lnTo>
                    <a:pt x="2948940" y="1848803"/>
                  </a:lnTo>
                  <a:lnTo>
                    <a:pt x="2948940" y="2148205"/>
                  </a:lnTo>
                  <a:lnTo>
                    <a:pt x="2629726" y="2115185"/>
                  </a:lnTo>
                  <a:lnTo>
                    <a:pt x="2629726" y="1474025"/>
                  </a:lnTo>
                  <a:close/>
                  <a:moveTo>
                    <a:pt x="3051620" y="2295716"/>
                  </a:moveTo>
                  <a:lnTo>
                    <a:pt x="2629662" y="2259140"/>
                  </a:lnTo>
                  <a:lnTo>
                    <a:pt x="2629662" y="2124202"/>
                  </a:lnTo>
                  <a:lnTo>
                    <a:pt x="2948877" y="2157222"/>
                  </a:lnTo>
                  <a:lnTo>
                    <a:pt x="2948877" y="2285555"/>
                  </a:lnTo>
                  <a:lnTo>
                    <a:pt x="2957894" y="2285555"/>
                  </a:lnTo>
                  <a:lnTo>
                    <a:pt x="2957894" y="684975"/>
                  </a:lnTo>
                  <a:lnTo>
                    <a:pt x="2957830" y="684276"/>
                  </a:lnTo>
                  <a:cubicBezTo>
                    <a:pt x="2957830" y="684085"/>
                    <a:pt x="2954782" y="664527"/>
                    <a:pt x="2965768" y="651637"/>
                  </a:cubicBezTo>
                  <a:cubicBezTo>
                    <a:pt x="2972372" y="643890"/>
                    <a:pt x="2982976" y="639889"/>
                    <a:pt x="2997200" y="639889"/>
                  </a:cubicBezTo>
                  <a:cubicBezTo>
                    <a:pt x="3042539" y="639889"/>
                    <a:pt x="3050731" y="670179"/>
                    <a:pt x="3051620" y="673989"/>
                  </a:cubicBezTo>
                  <a:lnTo>
                    <a:pt x="3051620" y="2295716"/>
                  </a:lnTo>
                  <a:close/>
                  <a:moveTo>
                    <a:pt x="2457958" y="3150044"/>
                  </a:moveTo>
                  <a:lnTo>
                    <a:pt x="2248662" y="3150044"/>
                  </a:lnTo>
                  <a:lnTo>
                    <a:pt x="2248662" y="2614549"/>
                  </a:lnTo>
                  <a:cubicBezTo>
                    <a:pt x="2248599" y="2613279"/>
                    <a:pt x="2241614" y="2507869"/>
                    <a:pt x="2279460" y="2425636"/>
                  </a:cubicBezTo>
                  <a:cubicBezTo>
                    <a:pt x="2291017" y="2409952"/>
                    <a:pt x="2320163" y="2380933"/>
                    <a:pt x="2377059" y="2380107"/>
                  </a:cubicBezTo>
                  <a:cubicBezTo>
                    <a:pt x="2395220" y="2387917"/>
                    <a:pt x="2457958" y="2426970"/>
                    <a:pt x="2457958" y="2593277"/>
                  </a:cubicBezTo>
                  <a:lnTo>
                    <a:pt x="2457958" y="3150044"/>
                  </a:lnTo>
                  <a:close/>
                  <a:moveTo>
                    <a:pt x="2534539" y="3150044"/>
                  </a:moveTo>
                  <a:lnTo>
                    <a:pt x="2466912" y="3150044"/>
                  </a:lnTo>
                  <a:lnTo>
                    <a:pt x="2466912" y="2593277"/>
                  </a:lnTo>
                  <a:cubicBezTo>
                    <a:pt x="2466912" y="2454910"/>
                    <a:pt x="2423478" y="2401189"/>
                    <a:pt x="2396300" y="2381123"/>
                  </a:cubicBezTo>
                  <a:cubicBezTo>
                    <a:pt x="2448116" y="2387854"/>
                    <a:pt x="2534539" y="2430145"/>
                    <a:pt x="2534539" y="2637599"/>
                  </a:cubicBezTo>
                  <a:lnTo>
                    <a:pt x="2534539" y="3150044"/>
                  </a:lnTo>
                  <a:close/>
                  <a:moveTo>
                    <a:pt x="2606929" y="2661666"/>
                  </a:moveTo>
                  <a:lnTo>
                    <a:pt x="2606929" y="3150044"/>
                  </a:lnTo>
                  <a:lnTo>
                    <a:pt x="2543556" y="3150044"/>
                  </a:lnTo>
                  <a:lnTo>
                    <a:pt x="2543556" y="2637663"/>
                  </a:lnTo>
                  <a:cubicBezTo>
                    <a:pt x="2543556" y="2396998"/>
                    <a:pt x="2428685" y="2371027"/>
                    <a:pt x="2379282" y="2371027"/>
                  </a:cubicBezTo>
                  <a:cubicBezTo>
                    <a:pt x="2379028" y="2371027"/>
                    <a:pt x="2378837" y="2371027"/>
                    <a:pt x="2378647" y="2371027"/>
                  </a:cubicBezTo>
                  <a:cubicBezTo>
                    <a:pt x="2378329" y="2370899"/>
                    <a:pt x="2377948" y="2370773"/>
                    <a:pt x="2377631" y="2370646"/>
                  </a:cubicBezTo>
                  <a:lnTo>
                    <a:pt x="2377440" y="2371090"/>
                  </a:lnTo>
                  <a:cubicBezTo>
                    <a:pt x="2339404" y="2371471"/>
                    <a:pt x="2313051" y="2383473"/>
                    <a:pt x="2295398" y="2396744"/>
                  </a:cubicBezTo>
                  <a:cubicBezTo>
                    <a:pt x="2300542" y="2388997"/>
                    <a:pt x="2306130" y="2381694"/>
                    <a:pt x="2312416" y="2374900"/>
                  </a:cubicBezTo>
                  <a:cubicBezTo>
                    <a:pt x="2340928" y="2344230"/>
                    <a:pt x="2378583" y="2328609"/>
                    <a:pt x="2424303" y="2328545"/>
                  </a:cubicBezTo>
                  <a:cubicBezTo>
                    <a:pt x="2424367" y="2328545"/>
                    <a:pt x="2424494" y="2328545"/>
                    <a:pt x="2424557" y="2328545"/>
                  </a:cubicBezTo>
                  <a:cubicBezTo>
                    <a:pt x="2464880" y="2328545"/>
                    <a:pt x="2499297" y="2343023"/>
                    <a:pt x="2526919" y="2371535"/>
                  </a:cubicBezTo>
                  <a:cubicBezTo>
                    <a:pt x="2613089" y="2460752"/>
                    <a:pt x="2606993" y="2659507"/>
                    <a:pt x="2606929" y="2661666"/>
                  </a:cubicBezTo>
                  <a:close/>
                  <a:moveTo>
                    <a:pt x="2923413" y="3150044"/>
                  </a:moveTo>
                  <a:lnTo>
                    <a:pt x="2714117" y="3150044"/>
                  </a:lnTo>
                  <a:lnTo>
                    <a:pt x="2714117" y="2649474"/>
                  </a:lnTo>
                  <a:cubicBezTo>
                    <a:pt x="2714054" y="2648267"/>
                    <a:pt x="2707069" y="2549144"/>
                    <a:pt x="2745169" y="2472055"/>
                  </a:cubicBezTo>
                  <a:cubicBezTo>
                    <a:pt x="2756853" y="2457196"/>
                    <a:pt x="2785682" y="2430717"/>
                    <a:pt x="2842578" y="2430018"/>
                  </a:cubicBezTo>
                  <a:cubicBezTo>
                    <a:pt x="2860675" y="2437321"/>
                    <a:pt x="2923413" y="2473833"/>
                    <a:pt x="2923413" y="2629662"/>
                  </a:cubicBezTo>
                  <a:lnTo>
                    <a:pt x="2923413" y="3150044"/>
                  </a:lnTo>
                  <a:close/>
                  <a:moveTo>
                    <a:pt x="3000058" y="3150044"/>
                  </a:moveTo>
                  <a:lnTo>
                    <a:pt x="2932430" y="3150044"/>
                  </a:lnTo>
                  <a:lnTo>
                    <a:pt x="2932430" y="2629599"/>
                  </a:lnTo>
                  <a:cubicBezTo>
                    <a:pt x="2932430" y="2501265"/>
                    <a:pt x="2889949" y="2450465"/>
                    <a:pt x="2862707" y="2431034"/>
                  </a:cubicBezTo>
                  <a:cubicBezTo>
                    <a:pt x="2914587" y="2437702"/>
                    <a:pt x="3000058" y="2477961"/>
                    <a:pt x="3000058" y="2671128"/>
                  </a:cubicBezTo>
                  <a:lnTo>
                    <a:pt x="3000058" y="3150044"/>
                  </a:lnTo>
                  <a:close/>
                  <a:moveTo>
                    <a:pt x="3072448" y="2693670"/>
                  </a:moveTo>
                  <a:lnTo>
                    <a:pt x="3072448" y="3150044"/>
                  </a:lnTo>
                  <a:lnTo>
                    <a:pt x="3009075" y="3150044"/>
                  </a:lnTo>
                  <a:lnTo>
                    <a:pt x="3009075" y="2671128"/>
                  </a:lnTo>
                  <a:cubicBezTo>
                    <a:pt x="3009075" y="2445194"/>
                    <a:pt x="2894203" y="2420811"/>
                    <a:pt x="2844800" y="2420811"/>
                  </a:cubicBezTo>
                  <a:cubicBezTo>
                    <a:pt x="2844546" y="2420811"/>
                    <a:pt x="2844356" y="2420811"/>
                    <a:pt x="2844102" y="2420811"/>
                  </a:cubicBezTo>
                  <a:cubicBezTo>
                    <a:pt x="2843721" y="2420684"/>
                    <a:pt x="2843340" y="2420556"/>
                    <a:pt x="2843022" y="2420430"/>
                  </a:cubicBezTo>
                  <a:lnTo>
                    <a:pt x="2842895" y="2420874"/>
                  </a:lnTo>
                  <a:cubicBezTo>
                    <a:pt x="2805240" y="2421255"/>
                    <a:pt x="2779014" y="2432304"/>
                    <a:pt x="2761361" y="2444686"/>
                  </a:cubicBezTo>
                  <a:cubicBezTo>
                    <a:pt x="2765298" y="2439162"/>
                    <a:pt x="2769553" y="2433892"/>
                    <a:pt x="2774188" y="2428875"/>
                  </a:cubicBezTo>
                  <a:cubicBezTo>
                    <a:pt x="2803144" y="2397569"/>
                    <a:pt x="2842070" y="2381631"/>
                    <a:pt x="2889822" y="2381567"/>
                  </a:cubicBezTo>
                  <a:cubicBezTo>
                    <a:pt x="2889885" y="2381567"/>
                    <a:pt x="2889949" y="2381567"/>
                    <a:pt x="2890076" y="2381567"/>
                  </a:cubicBezTo>
                  <a:cubicBezTo>
                    <a:pt x="2932303" y="2381567"/>
                    <a:pt x="2968054" y="2396427"/>
                    <a:pt x="2996311" y="2425700"/>
                  </a:cubicBezTo>
                  <a:cubicBezTo>
                    <a:pt x="3078417" y="2510917"/>
                    <a:pt x="3072511" y="2691702"/>
                    <a:pt x="3072448" y="2693670"/>
                  </a:cubicBezTo>
                  <a:close/>
                  <a:moveTo>
                    <a:pt x="5661406" y="1502918"/>
                  </a:moveTo>
                  <a:lnTo>
                    <a:pt x="5777548" y="1488249"/>
                  </a:lnTo>
                  <a:lnTo>
                    <a:pt x="5773484" y="1871536"/>
                  </a:lnTo>
                  <a:lnTo>
                    <a:pt x="5661406" y="1851342"/>
                  </a:lnTo>
                  <a:lnTo>
                    <a:pt x="5661406" y="1502918"/>
                  </a:lnTo>
                  <a:close/>
                  <a:moveTo>
                    <a:pt x="5661406" y="1860486"/>
                  </a:moveTo>
                  <a:lnTo>
                    <a:pt x="5773420" y="1880680"/>
                  </a:lnTo>
                  <a:lnTo>
                    <a:pt x="5772595" y="1957514"/>
                  </a:lnTo>
                  <a:lnTo>
                    <a:pt x="5661406" y="1940116"/>
                  </a:lnTo>
                  <a:lnTo>
                    <a:pt x="5661406" y="1860486"/>
                  </a:lnTo>
                  <a:close/>
                  <a:moveTo>
                    <a:pt x="5661406" y="1949196"/>
                  </a:moveTo>
                  <a:lnTo>
                    <a:pt x="5771833" y="1966468"/>
                  </a:lnTo>
                  <a:lnTo>
                    <a:pt x="5771833" y="2026984"/>
                  </a:lnTo>
                  <a:lnTo>
                    <a:pt x="5661406" y="2010791"/>
                  </a:lnTo>
                  <a:lnTo>
                    <a:pt x="5661406" y="1949196"/>
                  </a:lnTo>
                  <a:close/>
                  <a:moveTo>
                    <a:pt x="5661406" y="2019935"/>
                  </a:moveTo>
                  <a:lnTo>
                    <a:pt x="5771769" y="2036128"/>
                  </a:lnTo>
                  <a:lnTo>
                    <a:pt x="5767515" y="2438083"/>
                  </a:lnTo>
                  <a:lnTo>
                    <a:pt x="5661406" y="2426906"/>
                  </a:lnTo>
                  <a:lnTo>
                    <a:pt x="5661406" y="2019935"/>
                  </a:lnTo>
                  <a:close/>
                  <a:moveTo>
                    <a:pt x="5459159" y="1477709"/>
                  </a:moveTo>
                  <a:lnTo>
                    <a:pt x="5572125" y="1501966"/>
                  </a:lnTo>
                  <a:lnTo>
                    <a:pt x="5572125" y="1835594"/>
                  </a:lnTo>
                  <a:lnTo>
                    <a:pt x="5541391" y="1830134"/>
                  </a:lnTo>
                  <a:lnTo>
                    <a:pt x="5546344" y="1830134"/>
                  </a:lnTo>
                  <a:lnTo>
                    <a:pt x="5546979" y="1577848"/>
                  </a:lnTo>
                  <a:lnTo>
                    <a:pt x="5459159" y="1560386"/>
                  </a:lnTo>
                  <a:lnTo>
                    <a:pt x="5459159" y="1477709"/>
                  </a:lnTo>
                  <a:close/>
                  <a:moveTo>
                    <a:pt x="5459159" y="1569593"/>
                  </a:moveTo>
                  <a:lnTo>
                    <a:pt x="5537962" y="1585214"/>
                  </a:lnTo>
                  <a:lnTo>
                    <a:pt x="5537327" y="1829372"/>
                  </a:lnTo>
                  <a:lnTo>
                    <a:pt x="5459159" y="1815529"/>
                  </a:lnTo>
                  <a:lnTo>
                    <a:pt x="5459159" y="1569593"/>
                  </a:lnTo>
                  <a:close/>
                  <a:moveTo>
                    <a:pt x="5459159" y="1824673"/>
                  </a:moveTo>
                  <a:lnTo>
                    <a:pt x="5572125" y="1844675"/>
                  </a:lnTo>
                  <a:lnTo>
                    <a:pt x="5572125" y="1926018"/>
                  </a:lnTo>
                  <a:lnTo>
                    <a:pt x="5459159" y="1908302"/>
                  </a:lnTo>
                  <a:lnTo>
                    <a:pt x="5459159" y="1824673"/>
                  </a:lnTo>
                  <a:close/>
                  <a:moveTo>
                    <a:pt x="5459159" y="1917446"/>
                  </a:moveTo>
                  <a:lnTo>
                    <a:pt x="5572125" y="1935162"/>
                  </a:lnTo>
                  <a:lnTo>
                    <a:pt x="5572125" y="1936560"/>
                  </a:lnTo>
                  <a:lnTo>
                    <a:pt x="5580888" y="1936560"/>
                  </a:lnTo>
                  <a:lnTo>
                    <a:pt x="5596573" y="1939036"/>
                  </a:lnTo>
                  <a:lnTo>
                    <a:pt x="5596446" y="2001330"/>
                  </a:lnTo>
                  <a:lnTo>
                    <a:pt x="5459159" y="1981200"/>
                  </a:lnTo>
                  <a:lnTo>
                    <a:pt x="5459159" y="1917446"/>
                  </a:lnTo>
                  <a:close/>
                  <a:moveTo>
                    <a:pt x="5459159" y="1990280"/>
                  </a:moveTo>
                  <a:lnTo>
                    <a:pt x="5605463" y="2011743"/>
                  </a:lnTo>
                  <a:lnTo>
                    <a:pt x="5605590" y="1931353"/>
                  </a:lnTo>
                  <a:lnTo>
                    <a:pt x="5581142" y="1927542"/>
                  </a:lnTo>
                  <a:lnTo>
                    <a:pt x="5581142" y="1451419"/>
                  </a:lnTo>
                  <a:lnTo>
                    <a:pt x="5580952" y="1450149"/>
                  </a:lnTo>
                  <a:cubicBezTo>
                    <a:pt x="5580888" y="1449959"/>
                    <a:pt x="5580571" y="1448499"/>
                    <a:pt x="5581904" y="1446784"/>
                  </a:cubicBezTo>
                  <a:cubicBezTo>
                    <a:pt x="5583428" y="1444879"/>
                    <a:pt x="5589016" y="1440370"/>
                    <a:pt x="5608447" y="1440370"/>
                  </a:cubicBezTo>
                  <a:cubicBezTo>
                    <a:pt x="5637911" y="1440370"/>
                    <a:pt x="5649722" y="1452753"/>
                    <a:pt x="5652453" y="1456309"/>
                  </a:cubicBezTo>
                  <a:lnTo>
                    <a:pt x="5652453" y="2574671"/>
                  </a:lnTo>
                  <a:lnTo>
                    <a:pt x="5580888" y="2569337"/>
                  </a:lnTo>
                  <a:lnTo>
                    <a:pt x="5580888" y="2019491"/>
                  </a:lnTo>
                  <a:lnTo>
                    <a:pt x="5571871" y="2019491"/>
                  </a:lnTo>
                  <a:lnTo>
                    <a:pt x="5571871" y="2419794"/>
                  </a:lnTo>
                  <a:lnTo>
                    <a:pt x="5540629" y="2416556"/>
                  </a:lnTo>
                  <a:lnTo>
                    <a:pt x="5546344" y="2416556"/>
                  </a:lnTo>
                  <a:lnTo>
                    <a:pt x="5546979" y="2163953"/>
                  </a:lnTo>
                  <a:lnTo>
                    <a:pt x="5459159" y="2152967"/>
                  </a:lnTo>
                  <a:lnTo>
                    <a:pt x="5459159" y="1990280"/>
                  </a:lnTo>
                  <a:close/>
                  <a:moveTo>
                    <a:pt x="5459159" y="2162048"/>
                  </a:moveTo>
                  <a:lnTo>
                    <a:pt x="5537962" y="2171891"/>
                  </a:lnTo>
                  <a:lnTo>
                    <a:pt x="5537327" y="2416175"/>
                  </a:lnTo>
                  <a:lnTo>
                    <a:pt x="5459159" y="2408111"/>
                  </a:lnTo>
                  <a:lnTo>
                    <a:pt x="5459159" y="2162048"/>
                  </a:lnTo>
                  <a:close/>
                  <a:moveTo>
                    <a:pt x="5459159" y="2417128"/>
                  </a:moveTo>
                  <a:lnTo>
                    <a:pt x="5571871" y="2428811"/>
                  </a:lnTo>
                  <a:lnTo>
                    <a:pt x="5571871" y="2568638"/>
                  </a:lnTo>
                  <a:lnTo>
                    <a:pt x="5459159" y="2560256"/>
                  </a:lnTo>
                  <a:lnTo>
                    <a:pt x="5459159" y="2417128"/>
                  </a:lnTo>
                  <a:close/>
                  <a:moveTo>
                    <a:pt x="5379657" y="1398587"/>
                  </a:moveTo>
                  <a:cubicBezTo>
                    <a:pt x="5381117" y="1396555"/>
                    <a:pt x="5386705" y="1391856"/>
                    <a:pt x="5406136" y="1391856"/>
                  </a:cubicBezTo>
                  <a:cubicBezTo>
                    <a:pt x="5435727" y="1391856"/>
                    <a:pt x="5447475" y="1404937"/>
                    <a:pt x="5450142" y="1408557"/>
                  </a:cubicBezTo>
                  <a:lnTo>
                    <a:pt x="5450142" y="2559622"/>
                  </a:lnTo>
                  <a:lnTo>
                    <a:pt x="5378577" y="2554287"/>
                  </a:lnTo>
                  <a:lnTo>
                    <a:pt x="5378577" y="1978533"/>
                  </a:lnTo>
                  <a:lnTo>
                    <a:pt x="5400675" y="1981772"/>
                  </a:lnTo>
                  <a:lnTo>
                    <a:pt x="5400675" y="1899285"/>
                  </a:lnTo>
                  <a:lnTo>
                    <a:pt x="5378831" y="1895856"/>
                  </a:lnTo>
                  <a:lnTo>
                    <a:pt x="5378831" y="1403541"/>
                  </a:lnTo>
                  <a:lnTo>
                    <a:pt x="5378641" y="1402143"/>
                  </a:lnTo>
                  <a:cubicBezTo>
                    <a:pt x="5378641" y="1402143"/>
                    <a:pt x="5378260" y="1400429"/>
                    <a:pt x="5379657" y="1398587"/>
                  </a:cubicBezTo>
                  <a:close/>
                  <a:moveTo>
                    <a:pt x="5231638" y="1428813"/>
                  </a:moveTo>
                  <a:lnTo>
                    <a:pt x="5369878" y="1458531"/>
                  </a:lnTo>
                  <a:lnTo>
                    <a:pt x="5369878" y="1799717"/>
                  </a:lnTo>
                  <a:lnTo>
                    <a:pt x="5331651" y="1792923"/>
                  </a:lnTo>
                  <a:lnTo>
                    <a:pt x="5334191" y="1535557"/>
                  </a:lnTo>
                  <a:lnTo>
                    <a:pt x="5231638" y="1515174"/>
                  </a:lnTo>
                  <a:lnTo>
                    <a:pt x="5231638" y="1428813"/>
                  </a:lnTo>
                  <a:close/>
                  <a:moveTo>
                    <a:pt x="5231638" y="1524381"/>
                  </a:moveTo>
                  <a:lnTo>
                    <a:pt x="5325110" y="1542923"/>
                  </a:lnTo>
                  <a:lnTo>
                    <a:pt x="5322697" y="1791272"/>
                  </a:lnTo>
                  <a:lnTo>
                    <a:pt x="5231638" y="1775142"/>
                  </a:lnTo>
                  <a:lnTo>
                    <a:pt x="5231638" y="1524381"/>
                  </a:lnTo>
                  <a:close/>
                  <a:moveTo>
                    <a:pt x="5231638" y="1784350"/>
                  </a:moveTo>
                  <a:lnTo>
                    <a:pt x="5369878" y="1808861"/>
                  </a:lnTo>
                  <a:lnTo>
                    <a:pt x="5369878" y="1894395"/>
                  </a:lnTo>
                  <a:lnTo>
                    <a:pt x="5231638" y="1872742"/>
                  </a:lnTo>
                  <a:lnTo>
                    <a:pt x="5231638" y="1784350"/>
                  </a:lnTo>
                  <a:close/>
                  <a:moveTo>
                    <a:pt x="5231638" y="1881823"/>
                  </a:moveTo>
                  <a:lnTo>
                    <a:pt x="5369878" y="1903476"/>
                  </a:lnTo>
                  <a:lnTo>
                    <a:pt x="5369878" y="1909572"/>
                  </a:lnTo>
                  <a:lnTo>
                    <a:pt x="5378895" y="1909572"/>
                  </a:lnTo>
                  <a:lnTo>
                    <a:pt x="5378895" y="1904873"/>
                  </a:lnTo>
                  <a:lnTo>
                    <a:pt x="5391722" y="1906905"/>
                  </a:lnTo>
                  <a:lnTo>
                    <a:pt x="5391722" y="1971294"/>
                  </a:lnTo>
                  <a:lnTo>
                    <a:pt x="5231638" y="1947862"/>
                  </a:lnTo>
                  <a:lnTo>
                    <a:pt x="5231638" y="1881823"/>
                  </a:lnTo>
                  <a:close/>
                  <a:moveTo>
                    <a:pt x="5231638" y="1956943"/>
                  </a:moveTo>
                  <a:lnTo>
                    <a:pt x="5369624" y="1977136"/>
                  </a:lnTo>
                  <a:lnTo>
                    <a:pt x="5369624" y="2398840"/>
                  </a:lnTo>
                  <a:lnTo>
                    <a:pt x="5331651" y="2394903"/>
                  </a:lnTo>
                  <a:lnTo>
                    <a:pt x="5334191" y="2137410"/>
                  </a:lnTo>
                  <a:lnTo>
                    <a:pt x="5231638" y="2124583"/>
                  </a:lnTo>
                  <a:lnTo>
                    <a:pt x="5231638" y="1956943"/>
                  </a:lnTo>
                  <a:close/>
                  <a:moveTo>
                    <a:pt x="5231638" y="2133663"/>
                  </a:moveTo>
                  <a:lnTo>
                    <a:pt x="5325110" y="2145348"/>
                  </a:lnTo>
                  <a:lnTo>
                    <a:pt x="5322697" y="2394013"/>
                  </a:lnTo>
                  <a:lnTo>
                    <a:pt x="5231638" y="2384616"/>
                  </a:lnTo>
                  <a:lnTo>
                    <a:pt x="5231638" y="2133663"/>
                  </a:lnTo>
                  <a:close/>
                  <a:moveTo>
                    <a:pt x="5231638" y="2393569"/>
                  </a:moveTo>
                  <a:lnTo>
                    <a:pt x="5369624" y="2407856"/>
                  </a:lnTo>
                  <a:lnTo>
                    <a:pt x="5369624" y="2553589"/>
                  </a:lnTo>
                  <a:lnTo>
                    <a:pt x="5231638" y="2543302"/>
                  </a:lnTo>
                  <a:lnTo>
                    <a:pt x="5231638" y="2393569"/>
                  </a:lnTo>
                  <a:close/>
                  <a:moveTo>
                    <a:pt x="5152200" y="1349311"/>
                  </a:moveTo>
                  <a:cubicBezTo>
                    <a:pt x="5154105" y="1346772"/>
                    <a:pt x="5160010" y="1342454"/>
                    <a:pt x="5178616" y="1342454"/>
                  </a:cubicBezTo>
                  <a:cubicBezTo>
                    <a:pt x="5208270" y="1342454"/>
                    <a:pt x="5220018" y="1355979"/>
                    <a:pt x="5222621" y="1359662"/>
                  </a:cubicBezTo>
                  <a:lnTo>
                    <a:pt x="5222621" y="2542730"/>
                  </a:lnTo>
                  <a:lnTo>
                    <a:pt x="5151057" y="2537397"/>
                  </a:lnTo>
                  <a:lnTo>
                    <a:pt x="5151057" y="1945195"/>
                  </a:lnTo>
                  <a:lnTo>
                    <a:pt x="5175631" y="1948815"/>
                  </a:lnTo>
                  <a:lnTo>
                    <a:pt x="5175758" y="1864042"/>
                  </a:lnTo>
                  <a:lnTo>
                    <a:pt x="5151311" y="1860232"/>
                  </a:lnTo>
                  <a:lnTo>
                    <a:pt x="5151311" y="1354709"/>
                  </a:lnTo>
                  <a:lnTo>
                    <a:pt x="5151120" y="1353375"/>
                  </a:lnTo>
                  <a:cubicBezTo>
                    <a:pt x="5151120" y="1353185"/>
                    <a:pt x="5150676" y="1351343"/>
                    <a:pt x="5152200" y="1349311"/>
                  </a:cubicBezTo>
                  <a:close/>
                  <a:moveTo>
                    <a:pt x="4968240" y="1372172"/>
                  </a:moveTo>
                  <a:lnTo>
                    <a:pt x="5142294" y="1409573"/>
                  </a:lnTo>
                  <a:lnTo>
                    <a:pt x="5142294" y="1759331"/>
                  </a:lnTo>
                  <a:lnTo>
                    <a:pt x="5088890" y="1749869"/>
                  </a:lnTo>
                  <a:lnTo>
                    <a:pt x="5091494" y="1487361"/>
                  </a:lnTo>
                  <a:lnTo>
                    <a:pt x="4968240" y="1462913"/>
                  </a:lnTo>
                  <a:lnTo>
                    <a:pt x="4968240" y="1372172"/>
                  </a:lnTo>
                  <a:close/>
                  <a:moveTo>
                    <a:pt x="4968240" y="1472120"/>
                  </a:moveTo>
                  <a:lnTo>
                    <a:pt x="5082413" y="1494790"/>
                  </a:lnTo>
                  <a:lnTo>
                    <a:pt x="5079937" y="1748282"/>
                  </a:lnTo>
                  <a:lnTo>
                    <a:pt x="4968240" y="1728470"/>
                  </a:lnTo>
                  <a:lnTo>
                    <a:pt x="4968240" y="1472120"/>
                  </a:lnTo>
                  <a:close/>
                  <a:moveTo>
                    <a:pt x="4968240" y="1737614"/>
                  </a:moveTo>
                  <a:lnTo>
                    <a:pt x="5142294" y="1768475"/>
                  </a:lnTo>
                  <a:lnTo>
                    <a:pt x="5142294" y="1858709"/>
                  </a:lnTo>
                  <a:lnTo>
                    <a:pt x="4968240" y="1831404"/>
                  </a:lnTo>
                  <a:lnTo>
                    <a:pt x="4968240" y="1737614"/>
                  </a:lnTo>
                  <a:close/>
                  <a:moveTo>
                    <a:pt x="4968240" y="1840548"/>
                  </a:moveTo>
                  <a:lnTo>
                    <a:pt x="5142294" y="1867853"/>
                  </a:lnTo>
                  <a:lnTo>
                    <a:pt x="5142294" y="1873949"/>
                  </a:lnTo>
                  <a:lnTo>
                    <a:pt x="5151311" y="1873949"/>
                  </a:lnTo>
                  <a:lnTo>
                    <a:pt x="5151311" y="1869249"/>
                  </a:lnTo>
                  <a:lnTo>
                    <a:pt x="5166741" y="1871662"/>
                  </a:lnTo>
                  <a:lnTo>
                    <a:pt x="5166614" y="1938337"/>
                  </a:lnTo>
                  <a:lnTo>
                    <a:pt x="4968240" y="1909255"/>
                  </a:lnTo>
                  <a:lnTo>
                    <a:pt x="4968240" y="1840548"/>
                  </a:lnTo>
                  <a:close/>
                  <a:moveTo>
                    <a:pt x="4968240" y="1918335"/>
                  </a:moveTo>
                  <a:lnTo>
                    <a:pt x="5142040" y="1943799"/>
                  </a:lnTo>
                  <a:lnTo>
                    <a:pt x="5142040" y="2375281"/>
                  </a:lnTo>
                  <a:lnTo>
                    <a:pt x="5088890" y="2369756"/>
                  </a:lnTo>
                  <a:lnTo>
                    <a:pt x="5091494" y="2107057"/>
                  </a:lnTo>
                  <a:lnTo>
                    <a:pt x="4968240" y="2091690"/>
                  </a:lnTo>
                  <a:lnTo>
                    <a:pt x="4968240" y="1918335"/>
                  </a:lnTo>
                  <a:close/>
                  <a:moveTo>
                    <a:pt x="4968240" y="2100771"/>
                  </a:moveTo>
                  <a:lnTo>
                    <a:pt x="5082413" y="2114994"/>
                  </a:lnTo>
                  <a:lnTo>
                    <a:pt x="5079937" y="2368804"/>
                  </a:lnTo>
                  <a:lnTo>
                    <a:pt x="4968240" y="2357247"/>
                  </a:lnTo>
                  <a:lnTo>
                    <a:pt x="4968240" y="2100771"/>
                  </a:lnTo>
                  <a:close/>
                  <a:moveTo>
                    <a:pt x="4968240" y="2366328"/>
                  </a:moveTo>
                  <a:lnTo>
                    <a:pt x="5142040" y="2384298"/>
                  </a:lnTo>
                  <a:lnTo>
                    <a:pt x="5142040" y="2536635"/>
                  </a:lnTo>
                  <a:lnTo>
                    <a:pt x="4968240" y="2523744"/>
                  </a:lnTo>
                  <a:lnTo>
                    <a:pt x="4968240" y="2366328"/>
                  </a:lnTo>
                  <a:close/>
                  <a:moveTo>
                    <a:pt x="4889119" y="1277366"/>
                  </a:moveTo>
                  <a:cubicBezTo>
                    <a:pt x="4891151" y="1274826"/>
                    <a:pt x="4897184" y="1270508"/>
                    <a:pt x="4915281" y="1270508"/>
                  </a:cubicBezTo>
                  <a:cubicBezTo>
                    <a:pt x="4945063" y="1270508"/>
                    <a:pt x="4956747" y="1284732"/>
                    <a:pt x="4959287" y="1288479"/>
                  </a:cubicBezTo>
                  <a:lnTo>
                    <a:pt x="4959287" y="2523046"/>
                  </a:lnTo>
                  <a:lnTo>
                    <a:pt x="4887722" y="2517711"/>
                  </a:lnTo>
                  <a:lnTo>
                    <a:pt x="4887722" y="1906461"/>
                  </a:lnTo>
                  <a:lnTo>
                    <a:pt x="4907280" y="1909318"/>
                  </a:lnTo>
                  <a:lnTo>
                    <a:pt x="4908042" y="1821879"/>
                  </a:lnTo>
                  <a:lnTo>
                    <a:pt x="4887976" y="1818704"/>
                  </a:lnTo>
                  <a:lnTo>
                    <a:pt x="4887976" y="1283208"/>
                  </a:lnTo>
                  <a:lnTo>
                    <a:pt x="4887849" y="1282001"/>
                  </a:lnTo>
                  <a:cubicBezTo>
                    <a:pt x="4887722" y="1281938"/>
                    <a:pt x="4887278" y="1279716"/>
                    <a:pt x="4889119" y="1277366"/>
                  </a:cubicBezTo>
                  <a:close/>
                  <a:moveTo>
                    <a:pt x="4693349" y="1417511"/>
                  </a:moveTo>
                  <a:lnTo>
                    <a:pt x="4820412" y="1442720"/>
                  </a:lnTo>
                  <a:lnTo>
                    <a:pt x="4820031" y="1700911"/>
                  </a:lnTo>
                  <a:lnTo>
                    <a:pt x="4829048" y="1700911"/>
                  </a:lnTo>
                  <a:lnTo>
                    <a:pt x="4829429" y="1435291"/>
                  </a:lnTo>
                  <a:lnTo>
                    <a:pt x="4693349" y="1408303"/>
                  </a:lnTo>
                  <a:lnTo>
                    <a:pt x="4693349" y="1313117"/>
                  </a:lnTo>
                  <a:lnTo>
                    <a:pt x="4878959" y="1352994"/>
                  </a:lnTo>
                  <a:lnTo>
                    <a:pt x="4878959" y="1712659"/>
                  </a:lnTo>
                  <a:lnTo>
                    <a:pt x="4693349" y="1679766"/>
                  </a:lnTo>
                  <a:lnTo>
                    <a:pt x="4693349" y="1417511"/>
                  </a:lnTo>
                  <a:close/>
                  <a:moveTo>
                    <a:pt x="4693349" y="1688846"/>
                  </a:moveTo>
                  <a:lnTo>
                    <a:pt x="4878959" y="1721739"/>
                  </a:lnTo>
                  <a:lnTo>
                    <a:pt x="4878959" y="1817370"/>
                  </a:lnTo>
                  <a:lnTo>
                    <a:pt x="4693349" y="1788287"/>
                  </a:lnTo>
                  <a:lnTo>
                    <a:pt x="4693349" y="1688846"/>
                  </a:lnTo>
                  <a:close/>
                  <a:moveTo>
                    <a:pt x="4693349" y="1797431"/>
                  </a:moveTo>
                  <a:lnTo>
                    <a:pt x="4898962" y="1829625"/>
                  </a:lnTo>
                  <a:lnTo>
                    <a:pt x="4898390" y="1898967"/>
                  </a:lnTo>
                  <a:lnTo>
                    <a:pt x="4693349" y="1868932"/>
                  </a:lnTo>
                  <a:lnTo>
                    <a:pt x="4693349" y="1797431"/>
                  </a:lnTo>
                  <a:close/>
                  <a:moveTo>
                    <a:pt x="4693349" y="2066480"/>
                  </a:moveTo>
                  <a:lnTo>
                    <a:pt x="4820412" y="2082355"/>
                  </a:lnTo>
                  <a:lnTo>
                    <a:pt x="4820031" y="2340292"/>
                  </a:lnTo>
                  <a:lnTo>
                    <a:pt x="4829048" y="2340292"/>
                  </a:lnTo>
                  <a:lnTo>
                    <a:pt x="4829429" y="2074355"/>
                  </a:lnTo>
                  <a:lnTo>
                    <a:pt x="4693349" y="2057400"/>
                  </a:lnTo>
                  <a:lnTo>
                    <a:pt x="4693349" y="1878076"/>
                  </a:lnTo>
                  <a:lnTo>
                    <a:pt x="4878705" y="1905254"/>
                  </a:lnTo>
                  <a:lnTo>
                    <a:pt x="4878705" y="2348040"/>
                  </a:lnTo>
                  <a:lnTo>
                    <a:pt x="4693349" y="2328862"/>
                  </a:lnTo>
                  <a:lnTo>
                    <a:pt x="4693349" y="2066480"/>
                  </a:lnTo>
                  <a:close/>
                  <a:moveTo>
                    <a:pt x="4693349" y="2337880"/>
                  </a:moveTo>
                  <a:lnTo>
                    <a:pt x="4878705" y="2357056"/>
                  </a:lnTo>
                  <a:lnTo>
                    <a:pt x="4878705" y="2517140"/>
                  </a:lnTo>
                  <a:lnTo>
                    <a:pt x="4693349" y="2503361"/>
                  </a:lnTo>
                  <a:lnTo>
                    <a:pt x="4693349" y="2337880"/>
                  </a:lnTo>
                  <a:close/>
                  <a:moveTo>
                    <a:pt x="4614355" y="1217422"/>
                  </a:moveTo>
                  <a:cubicBezTo>
                    <a:pt x="4616387" y="1214818"/>
                    <a:pt x="4622483" y="1210437"/>
                    <a:pt x="4640326" y="1210437"/>
                  </a:cubicBezTo>
                  <a:cubicBezTo>
                    <a:pt x="4670171" y="1210437"/>
                    <a:pt x="4681855" y="1225296"/>
                    <a:pt x="4684332" y="1229106"/>
                  </a:cubicBezTo>
                  <a:lnTo>
                    <a:pt x="4684332" y="2502599"/>
                  </a:lnTo>
                  <a:lnTo>
                    <a:pt x="4612767" y="2497265"/>
                  </a:lnTo>
                  <a:lnTo>
                    <a:pt x="4612767" y="1866201"/>
                  </a:lnTo>
                  <a:lnTo>
                    <a:pt x="4636834" y="1869694"/>
                  </a:lnTo>
                  <a:lnTo>
                    <a:pt x="4635945" y="1779714"/>
                  </a:lnTo>
                  <a:lnTo>
                    <a:pt x="4613021" y="1776095"/>
                  </a:lnTo>
                  <a:lnTo>
                    <a:pt x="4613021" y="1223836"/>
                  </a:lnTo>
                  <a:lnTo>
                    <a:pt x="4612894" y="1222692"/>
                  </a:lnTo>
                  <a:cubicBezTo>
                    <a:pt x="4612894" y="1222629"/>
                    <a:pt x="4612259" y="1220025"/>
                    <a:pt x="4614355" y="1217422"/>
                  </a:cubicBezTo>
                  <a:close/>
                  <a:moveTo>
                    <a:pt x="4425379" y="1255522"/>
                  </a:moveTo>
                  <a:lnTo>
                    <a:pt x="4604068" y="1293939"/>
                  </a:lnTo>
                  <a:lnTo>
                    <a:pt x="4604068" y="1663891"/>
                  </a:lnTo>
                  <a:lnTo>
                    <a:pt x="4562983" y="1656588"/>
                  </a:lnTo>
                  <a:lnTo>
                    <a:pt x="4564952" y="1382839"/>
                  </a:lnTo>
                  <a:lnTo>
                    <a:pt x="4425442" y="1355154"/>
                  </a:lnTo>
                  <a:lnTo>
                    <a:pt x="4425442" y="1255522"/>
                  </a:lnTo>
                  <a:close/>
                  <a:moveTo>
                    <a:pt x="4425379" y="1364298"/>
                  </a:moveTo>
                  <a:lnTo>
                    <a:pt x="4555871" y="1390205"/>
                  </a:lnTo>
                  <a:lnTo>
                    <a:pt x="4553966" y="1655000"/>
                  </a:lnTo>
                  <a:lnTo>
                    <a:pt x="4425379" y="1632204"/>
                  </a:lnTo>
                  <a:lnTo>
                    <a:pt x="4425379" y="1364298"/>
                  </a:lnTo>
                  <a:close/>
                  <a:moveTo>
                    <a:pt x="4425379" y="1641348"/>
                  </a:moveTo>
                  <a:lnTo>
                    <a:pt x="4604068" y="1673035"/>
                  </a:lnTo>
                  <a:lnTo>
                    <a:pt x="4604068" y="1774698"/>
                  </a:lnTo>
                  <a:lnTo>
                    <a:pt x="4425379" y="1746313"/>
                  </a:lnTo>
                  <a:lnTo>
                    <a:pt x="4425379" y="1641348"/>
                  </a:lnTo>
                  <a:close/>
                  <a:moveTo>
                    <a:pt x="4425379" y="1755457"/>
                  </a:moveTo>
                  <a:lnTo>
                    <a:pt x="4604068" y="1783842"/>
                  </a:lnTo>
                  <a:lnTo>
                    <a:pt x="4604068" y="1784096"/>
                  </a:lnTo>
                  <a:lnTo>
                    <a:pt x="4605655" y="1784096"/>
                  </a:lnTo>
                  <a:lnTo>
                    <a:pt x="4627118" y="1787525"/>
                  </a:lnTo>
                  <a:lnTo>
                    <a:pt x="4627817" y="1859407"/>
                  </a:lnTo>
                  <a:lnTo>
                    <a:pt x="4425442" y="1829753"/>
                  </a:lnTo>
                  <a:lnTo>
                    <a:pt x="4425442" y="1755457"/>
                  </a:lnTo>
                  <a:close/>
                  <a:moveTo>
                    <a:pt x="4425379" y="1838769"/>
                  </a:moveTo>
                  <a:lnTo>
                    <a:pt x="4603814" y="1864931"/>
                  </a:lnTo>
                  <a:lnTo>
                    <a:pt x="4603814" y="2319528"/>
                  </a:lnTo>
                  <a:lnTo>
                    <a:pt x="4562983" y="2315274"/>
                  </a:lnTo>
                  <a:lnTo>
                    <a:pt x="4564952" y="2041335"/>
                  </a:lnTo>
                  <a:lnTo>
                    <a:pt x="4425442" y="2023936"/>
                  </a:lnTo>
                  <a:lnTo>
                    <a:pt x="4425442" y="1838769"/>
                  </a:lnTo>
                  <a:close/>
                  <a:moveTo>
                    <a:pt x="4425379" y="2033080"/>
                  </a:moveTo>
                  <a:lnTo>
                    <a:pt x="4555871" y="2049336"/>
                  </a:lnTo>
                  <a:lnTo>
                    <a:pt x="4553966" y="2314385"/>
                  </a:lnTo>
                  <a:lnTo>
                    <a:pt x="4425379" y="2301049"/>
                  </a:lnTo>
                  <a:lnTo>
                    <a:pt x="4425379" y="2033080"/>
                  </a:lnTo>
                  <a:close/>
                  <a:moveTo>
                    <a:pt x="4425379" y="2310130"/>
                  </a:moveTo>
                  <a:lnTo>
                    <a:pt x="4603814" y="2328609"/>
                  </a:lnTo>
                  <a:lnTo>
                    <a:pt x="4603814" y="2496693"/>
                  </a:lnTo>
                  <a:lnTo>
                    <a:pt x="4425379" y="2483422"/>
                  </a:lnTo>
                  <a:lnTo>
                    <a:pt x="4425379" y="2310130"/>
                  </a:lnTo>
                  <a:close/>
                  <a:moveTo>
                    <a:pt x="4346512" y="1155128"/>
                  </a:moveTo>
                  <a:cubicBezTo>
                    <a:pt x="4348607" y="1152525"/>
                    <a:pt x="4354703" y="1148080"/>
                    <a:pt x="4372356" y="1148080"/>
                  </a:cubicBezTo>
                  <a:cubicBezTo>
                    <a:pt x="4402265" y="1148080"/>
                    <a:pt x="4413949" y="1163510"/>
                    <a:pt x="4416362" y="1167320"/>
                  </a:cubicBezTo>
                  <a:lnTo>
                    <a:pt x="4416362" y="2482723"/>
                  </a:lnTo>
                  <a:lnTo>
                    <a:pt x="4341178" y="2477135"/>
                  </a:lnTo>
                  <a:lnTo>
                    <a:pt x="4344797" y="2477135"/>
                  </a:lnTo>
                  <a:lnTo>
                    <a:pt x="4344797" y="1827022"/>
                  </a:lnTo>
                  <a:lnTo>
                    <a:pt x="4365498" y="1830070"/>
                  </a:lnTo>
                  <a:lnTo>
                    <a:pt x="4366006" y="1737106"/>
                  </a:lnTo>
                  <a:lnTo>
                    <a:pt x="4345051" y="1733804"/>
                  </a:lnTo>
                  <a:lnTo>
                    <a:pt x="4345051" y="1162113"/>
                  </a:lnTo>
                  <a:lnTo>
                    <a:pt x="4344924" y="1160970"/>
                  </a:lnTo>
                  <a:cubicBezTo>
                    <a:pt x="4344924" y="1160780"/>
                    <a:pt x="4344289" y="1157922"/>
                    <a:pt x="4346512" y="1155128"/>
                  </a:cubicBezTo>
                  <a:close/>
                  <a:moveTo>
                    <a:pt x="4110863" y="1187958"/>
                  </a:moveTo>
                  <a:lnTo>
                    <a:pt x="4336098" y="1236345"/>
                  </a:lnTo>
                  <a:lnTo>
                    <a:pt x="4336098" y="1616392"/>
                  </a:lnTo>
                  <a:lnTo>
                    <a:pt x="4292346" y="1608645"/>
                  </a:lnTo>
                  <a:lnTo>
                    <a:pt x="4296156" y="1329499"/>
                  </a:lnTo>
                  <a:lnTo>
                    <a:pt x="4110482" y="1292606"/>
                  </a:lnTo>
                  <a:lnTo>
                    <a:pt x="4110863" y="1187958"/>
                  </a:lnTo>
                  <a:close/>
                  <a:moveTo>
                    <a:pt x="4110418" y="1301750"/>
                  </a:moveTo>
                  <a:lnTo>
                    <a:pt x="4287012" y="1336802"/>
                  </a:lnTo>
                  <a:lnTo>
                    <a:pt x="4283329" y="1606994"/>
                  </a:lnTo>
                  <a:lnTo>
                    <a:pt x="4109339" y="1576134"/>
                  </a:lnTo>
                  <a:lnTo>
                    <a:pt x="4110418" y="1301750"/>
                  </a:lnTo>
                  <a:close/>
                  <a:moveTo>
                    <a:pt x="4109339" y="1585278"/>
                  </a:moveTo>
                  <a:lnTo>
                    <a:pt x="4336098" y="1625473"/>
                  </a:lnTo>
                  <a:lnTo>
                    <a:pt x="4336098" y="1732280"/>
                  </a:lnTo>
                  <a:lnTo>
                    <a:pt x="4108895" y="1696656"/>
                  </a:lnTo>
                  <a:lnTo>
                    <a:pt x="4109339" y="1585278"/>
                  </a:lnTo>
                  <a:close/>
                  <a:moveTo>
                    <a:pt x="4108831" y="1705864"/>
                  </a:moveTo>
                  <a:lnTo>
                    <a:pt x="4356989" y="1744726"/>
                  </a:lnTo>
                  <a:lnTo>
                    <a:pt x="4356545" y="1819592"/>
                  </a:lnTo>
                  <a:lnTo>
                    <a:pt x="4108577" y="1783270"/>
                  </a:lnTo>
                  <a:lnTo>
                    <a:pt x="4108831" y="1705864"/>
                  </a:lnTo>
                  <a:close/>
                  <a:moveTo>
                    <a:pt x="4108514" y="1792351"/>
                  </a:moveTo>
                  <a:lnTo>
                    <a:pt x="4335780" y="1825625"/>
                  </a:lnTo>
                  <a:lnTo>
                    <a:pt x="4335780" y="2291715"/>
                  </a:lnTo>
                  <a:lnTo>
                    <a:pt x="4292283" y="2287206"/>
                  </a:lnTo>
                  <a:lnTo>
                    <a:pt x="4296093" y="2007806"/>
                  </a:lnTo>
                  <a:lnTo>
                    <a:pt x="4107752" y="1984311"/>
                  </a:lnTo>
                  <a:lnTo>
                    <a:pt x="4108514" y="1792351"/>
                  </a:lnTo>
                  <a:close/>
                  <a:moveTo>
                    <a:pt x="4107752" y="1993392"/>
                  </a:moveTo>
                  <a:lnTo>
                    <a:pt x="4287012" y="2015744"/>
                  </a:lnTo>
                  <a:lnTo>
                    <a:pt x="4283329" y="2286317"/>
                  </a:lnTo>
                  <a:lnTo>
                    <a:pt x="4107625" y="2268093"/>
                  </a:lnTo>
                  <a:lnTo>
                    <a:pt x="4106736" y="2276983"/>
                  </a:lnTo>
                  <a:lnTo>
                    <a:pt x="4107752" y="1993392"/>
                  </a:lnTo>
                  <a:close/>
                  <a:moveTo>
                    <a:pt x="4106672" y="2277110"/>
                  </a:moveTo>
                  <a:lnTo>
                    <a:pt x="4335780" y="2300859"/>
                  </a:lnTo>
                  <a:lnTo>
                    <a:pt x="4335780" y="2476754"/>
                  </a:lnTo>
                  <a:lnTo>
                    <a:pt x="4105974" y="2459673"/>
                  </a:lnTo>
                  <a:lnTo>
                    <a:pt x="4106672" y="2277110"/>
                  </a:lnTo>
                  <a:close/>
                  <a:moveTo>
                    <a:pt x="4032504" y="1080198"/>
                  </a:moveTo>
                  <a:cubicBezTo>
                    <a:pt x="4036187" y="1075563"/>
                    <a:pt x="4045331" y="1073023"/>
                    <a:pt x="4058158" y="1073023"/>
                  </a:cubicBezTo>
                  <a:cubicBezTo>
                    <a:pt x="4088193" y="1073023"/>
                    <a:pt x="4099814" y="1089216"/>
                    <a:pt x="4102164" y="1093153"/>
                  </a:cubicBezTo>
                  <a:lnTo>
                    <a:pt x="4096956" y="2458974"/>
                  </a:lnTo>
                  <a:lnTo>
                    <a:pt x="4030599" y="2454021"/>
                  </a:lnTo>
                  <a:lnTo>
                    <a:pt x="4030599" y="1780921"/>
                  </a:lnTo>
                  <a:lnTo>
                    <a:pt x="4049141" y="1783651"/>
                  </a:lnTo>
                  <a:lnTo>
                    <a:pt x="4050348" y="1687512"/>
                  </a:lnTo>
                  <a:lnTo>
                    <a:pt x="4030853" y="1684464"/>
                  </a:lnTo>
                  <a:lnTo>
                    <a:pt x="4030853" y="1087691"/>
                  </a:lnTo>
                  <a:lnTo>
                    <a:pt x="4030726" y="1086612"/>
                  </a:lnTo>
                  <a:cubicBezTo>
                    <a:pt x="4030726" y="1086485"/>
                    <a:pt x="4030028" y="1083310"/>
                    <a:pt x="4032504" y="1080198"/>
                  </a:cubicBezTo>
                  <a:close/>
                  <a:moveTo>
                    <a:pt x="3778568" y="1116520"/>
                  </a:moveTo>
                  <a:lnTo>
                    <a:pt x="4021900" y="1168844"/>
                  </a:lnTo>
                  <a:lnTo>
                    <a:pt x="4021900" y="1275017"/>
                  </a:lnTo>
                  <a:lnTo>
                    <a:pt x="3778568" y="1226693"/>
                  </a:lnTo>
                  <a:lnTo>
                    <a:pt x="3778568" y="1116520"/>
                  </a:lnTo>
                  <a:close/>
                  <a:moveTo>
                    <a:pt x="3778568" y="1235837"/>
                  </a:moveTo>
                  <a:lnTo>
                    <a:pt x="4021900" y="1284161"/>
                  </a:lnTo>
                  <a:lnTo>
                    <a:pt x="4021900" y="1560639"/>
                  </a:lnTo>
                  <a:lnTo>
                    <a:pt x="3778568" y="1517460"/>
                  </a:lnTo>
                  <a:lnTo>
                    <a:pt x="3778568" y="1235837"/>
                  </a:lnTo>
                  <a:close/>
                  <a:moveTo>
                    <a:pt x="3778568" y="1526667"/>
                  </a:moveTo>
                  <a:lnTo>
                    <a:pt x="4021900" y="1569847"/>
                  </a:lnTo>
                  <a:lnTo>
                    <a:pt x="4021900" y="1683131"/>
                  </a:lnTo>
                  <a:lnTo>
                    <a:pt x="3778568" y="1644967"/>
                  </a:lnTo>
                  <a:lnTo>
                    <a:pt x="3778568" y="1526667"/>
                  </a:lnTo>
                  <a:close/>
                  <a:moveTo>
                    <a:pt x="3778568" y="1654048"/>
                  </a:moveTo>
                  <a:lnTo>
                    <a:pt x="4041331" y="1695260"/>
                  </a:lnTo>
                  <a:lnTo>
                    <a:pt x="4040378" y="1773301"/>
                  </a:lnTo>
                  <a:lnTo>
                    <a:pt x="3778568" y="1734947"/>
                  </a:lnTo>
                  <a:lnTo>
                    <a:pt x="3778568" y="1654048"/>
                  </a:lnTo>
                  <a:close/>
                  <a:moveTo>
                    <a:pt x="3778568" y="1744028"/>
                  </a:moveTo>
                  <a:lnTo>
                    <a:pt x="4022344" y="1779778"/>
                  </a:lnTo>
                  <a:lnTo>
                    <a:pt x="4021646" y="1779778"/>
                  </a:lnTo>
                  <a:lnTo>
                    <a:pt x="4021646" y="1973643"/>
                  </a:lnTo>
                  <a:lnTo>
                    <a:pt x="3778504" y="1943291"/>
                  </a:lnTo>
                  <a:lnTo>
                    <a:pt x="3778504" y="1744028"/>
                  </a:lnTo>
                  <a:close/>
                  <a:moveTo>
                    <a:pt x="3778568" y="1952307"/>
                  </a:moveTo>
                  <a:lnTo>
                    <a:pt x="4021709" y="1982661"/>
                  </a:lnTo>
                  <a:lnTo>
                    <a:pt x="4021709" y="2259267"/>
                  </a:lnTo>
                  <a:lnTo>
                    <a:pt x="3778568" y="2234121"/>
                  </a:lnTo>
                  <a:lnTo>
                    <a:pt x="3778568" y="1952307"/>
                  </a:lnTo>
                  <a:close/>
                  <a:moveTo>
                    <a:pt x="3778568" y="2243137"/>
                  </a:moveTo>
                  <a:lnTo>
                    <a:pt x="4021709" y="2268284"/>
                  </a:lnTo>
                  <a:lnTo>
                    <a:pt x="4021709" y="2453386"/>
                  </a:lnTo>
                  <a:lnTo>
                    <a:pt x="3778568" y="2435288"/>
                  </a:lnTo>
                  <a:lnTo>
                    <a:pt x="3778568" y="2243137"/>
                  </a:lnTo>
                  <a:close/>
                  <a:moveTo>
                    <a:pt x="3409442" y="1037209"/>
                  </a:moveTo>
                  <a:lnTo>
                    <a:pt x="3689223" y="1097344"/>
                  </a:lnTo>
                  <a:lnTo>
                    <a:pt x="3689223" y="1208976"/>
                  </a:lnTo>
                  <a:lnTo>
                    <a:pt x="3491421" y="1169734"/>
                  </a:lnTo>
                  <a:lnTo>
                    <a:pt x="3491675" y="1466723"/>
                  </a:lnTo>
                  <a:lnTo>
                    <a:pt x="3409442" y="1452118"/>
                  </a:lnTo>
                  <a:lnTo>
                    <a:pt x="3409442" y="1037209"/>
                  </a:lnTo>
                  <a:close/>
                  <a:moveTo>
                    <a:pt x="3689223" y="1218120"/>
                  </a:moveTo>
                  <a:lnTo>
                    <a:pt x="3689223" y="1501648"/>
                  </a:lnTo>
                  <a:lnTo>
                    <a:pt x="3500692" y="1468247"/>
                  </a:lnTo>
                  <a:lnTo>
                    <a:pt x="3500437" y="1180656"/>
                  </a:lnTo>
                  <a:lnTo>
                    <a:pt x="3689223" y="1218120"/>
                  </a:lnTo>
                  <a:close/>
                  <a:moveTo>
                    <a:pt x="3409442" y="1596199"/>
                  </a:moveTo>
                  <a:lnTo>
                    <a:pt x="3719259" y="1643253"/>
                  </a:lnTo>
                  <a:lnTo>
                    <a:pt x="3719259" y="1724597"/>
                  </a:lnTo>
                  <a:lnTo>
                    <a:pt x="3409442" y="1680845"/>
                  </a:lnTo>
                  <a:lnTo>
                    <a:pt x="3409442" y="1596199"/>
                  </a:lnTo>
                  <a:close/>
                  <a:moveTo>
                    <a:pt x="3409442" y="1689925"/>
                  </a:moveTo>
                  <a:lnTo>
                    <a:pt x="3723132" y="1734249"/>
                  </a:lnTo>
                  <a:lnTo>
                    <a:pt x="3728275" y="1734947"/>
                  </a:lnTo>
                  <a:lnTo>
                    <a:pt x="3728275" y="1635506"/>
                  </a:lnTo>
                  <a:lnTo>
                    <a:pt x="3409506" y="1587119"/>
                  </a:lnTo>
                  <a:lnTo>
                    <a:pt x="3409506" y="1461199"/>
                  </a:lnTo>
                  <a:lnTo>
                    <a:pt x="3689287" y="1510792"/>
                  </a:lnTo>
                  <a:lnTo>
                    <a:pt x="3689287" y="1628521"/>
                  </a:lnTo>
                  <a:lnTo>
                    <a:pt x="3698304" y="1628521"/>
                  </a:lnTo>
                  <a:lnTo>
                    <a:pt x="3698304" y="1008634"/>
                  </a:lnTo>
                  <a:lnTo>
                    <a:pt x="3698177" y="1007554"/>
                  </a:lnTo>
                  <a:cubicBezTo>
                    <a:pt x="3698113" y="1007427"/>
                    <a:pt x="3697415" y="1003872"/>
                    <a:pt x="3700081" y="1000506"/>
                  </a:cubicBezTo>
                  <a:cubicBezTo>
                    <a:pt x="3702749" y="997204"/>
                    <a:pt x="3709289" y="993267"/>
                    <a:pt x="3725609" y="993267"/>
                  </a:cubicBezTo>
                  <a:cubicBezTo>
                    <a:pt x="3755708" y="993267"/>
                    <a:pt x="3767328" y="1010158"/>
                    <a:pt x="3769614" y="1014158"/>
                  </a:cubicBezTo>
                  <a:lnTo>
                    <a:pt x="3769614" y="2434590"/>
                  </a:lnTo>
                  <a:lnTo>
                    <a:pt x="3698050" y="2429256"/>
                  </a:lnTo>
                  <a:lnTo>
                    <a:pt x="3698050" y="1734439"/>
                  </a:lnTo>
                  <a:lnTo>
                    <a:pt x="3689033" y="1734439"/>
                  </a:lnTo>
                  <a:lnTo>
                    <a:pt x="3689033" y="1932114"/>
                  </a:lnTo>
                  <a:lnTo>
                    <a:pt x="3491484" y="1907476"/>
                  </a:lnTo>
                  <a:lnTo>
                    <a:pt x="3491738" y="2204403"/>
                  </a:lnTo>
                  <a:lnTo>
                    <a:pt x="3409506" y="2195893"/>
                  </a:lnTo>
                  <a:lnTo>
                    <a:pt x="3409506" y="1689925"/>
                  </a:lnTo>
                  <a:close/>
                  <a:moveTo>
                    <a:pt x="3688969" y="1941131"/>
                  </a:moveTo>
                  <a:lnTo>
                    <a:pt x="3688969" y="2224786"/>
                  </a:lnTo>
                  <a:lnTo>
                    <a:pt x="3500692" y="2205292"/>
                  </a:lnTo>
                  <a:lnTo>
                    <a:pt x="3500437" y="1917636"/>
                  </a:lnTo>
                  <a:lnTo>
                    <a:pt x="3688969" y="1941131"/>
                  </a:lnTo>
                  <a:close/>
                  <a:moveTo>
                    <a:pt x="3409442" y="2204911"/>
                  </a:moveTo>
                  <a:lnTo>
                    <a:pt x="3688969" y="2233867"/>
                  </a:lnTo>
                  <a:lnTo>
                    <a:pt x="3688969" y="2428685"/>
                  </a:lnTo>
                  <a:lnTo>
                    <a:pt x="3409442" y="2407920"/>
                  </a:lnTo>
                  <a:lnTo>
                    <a:pt x="3409442" y="2204911"/>
                  </a:lnTo>
                  <a:close/>
                  <a:moveTo>
                    <a:pt x="3060637" y="962216"/>
                  </a:moveTo>
                  <a:lnTo>
                    <a:pt x="3320161" y="1017969"/>
                  </a:lnTo>
                  <a:lnTo>
                    <a:pt x="3320161" y="1135570"/>
                  </a:lnTo>
                  <a:lnTo>
                    <a:pt x="3148648" y="1101535"/>
                  </a:lnTo>
                  <a:lnTo>
                    <a:pt x="3148648" y="1405763"/>
                  </a:lnTo>
                  <a:lnTo>
                    <a:pt x="3060637" y="1390142"/>
                  </a:lnTo>
                  <a:lnTo>
                    <a:pt x="3060637" y="962216"/>
                  </a:lnTo>
                  <a:close/>
                  <a:moveTo>
                    <a:pt x="3320161" y="1144841"/>
                  </a:moveTo>
                  <a:lnTo>
                    <a:pt x="3320161" y="1436243"/>
                  </a:lnTo>
                  <a:lnTo>
                    <a:pt x="3157665" y="1407414"/>
                  </a:lnTo>
                  <a:lnTo>
                    <a:pt x="3157665" y="1112584"/>
                  </a:lnTo>
                  <a:lnTo>
                    <a:pt x="3320161" y="1144841"/>
                  </a:lnTo>
                  <a:close/>
                  <a:moveTo>
                    <a:pt x="3060637" y="1399349"/>
                  </a:moveTo>
                  <a:lnTo>
                    <a:pt x="3320161" y="1445387"/>
                  </a:lnTo>
                  <a:lnTo>
                    <a:pt x="3320161" y="1573149"/>
                  </a:lnTo>
                  <a:lnTo>
                    <a:pt x="3060637" y="1532445"/>
                  </a:lnTo>
                  <a:lnTo>
                    <a:pt x="3060637" y="1399349"/>
                  </a:lnTo>
                  <a:close/>
                  <a:moveTo>
                    <a:pt x="3060637" y="1541526"/>
                  </a:moveTo>
                  <a:lnTo>
                    <a:pt x="3344862" y="1586103"/>
                  </a:lnTo>
                  <a:lnTo>
                    <a:pt x="3344862" y="1671003"/>
                  </a:lnTo>
                  <a:lnTo>
                    <a:pt x="3060637" y="1629728"/>
                  </a:lnTo>
                  <a:lnTo>
                    <a:pt x="3060637" y="1541526"/>
                  </a:lnTo>
                  <a:close/>
                  <a:moveTo>
                    <a:pt x="3060637" y="1638808"/>
                  </a:moveTo>
                  <a:lnTo>
                    <a:pt x="3353880" y="1681353"/>
                  </a:lnTo>
                  <a:lnTo>
                    <a:pt x="3353880" y="1578356"/>
                  </a:lnTo>
                  <a:lnTo>
                    <a:pt x="3321304" y="1573276"/>
                  </a:lnTo>
                  <a:lnTo>
                    <a:pt x="3329242" y="1573276"/>
                  </a:lnTo>
                  <a:lnTo>
                    <a:pt x="3329242" y="924116"/>
                  </a:lnTo>
                  <a:lnTo>
                    <a:pt x="3329115" y="923036"/>
                  </a:lnTo>
                  <a:cubicBezTo>
                    <a:pt x="3329115" y="922972"/>
                    <a:pt x="3328289" y="919035"/>
                    <a:pt x="3331147" y="915352"/>
                  </a:cubicBezTo>
                  <a:cubicBezTo>
                    <a:pt x="3333814" y="911923"/>
                    <a:pt x="3340418" y="907860"/>
                    <a:pt x="3356547" y="907860"/>
                  </a:cubicBezTo>
                  <a:cubicBezTo>
                    <a:pt x="3386773" y="907860"/>
                    <a:pt x="3398330" y="925766"/>
                    <a:pt x="3400552" y="929830"/>
                  </a:cubicBezTo>
                  <a:lnTo>
                    <a:pt x="3400552" y="2407222"/>
                  </a:lnTo>
                  <a:lnTo>
                    <a:pt x="3328987" y="2401887"/>
                  </a:lnTo>
                  <a:lnTo>
                    <a:pt x="3328987" y="1684147"/>
                  </a:lnTo>
                  <a:lnTo>
                    <a:pt x="3319971" y="1684147"/>
                  </a:lnTo>
                  <a:lnTo>
                    <a:pt x="3319971" y="1886013"/>
                  </a:lnTo>
                  <a:lnTo>
                    <a:pt x="3148711" y="1864678"/>
                  </a:lnTo>
                  <a:lnTo>
                    <a:pt x="3148711" y="2168906"/>
                  </a:lnTo>
                  <a:lnTo>
                    <a:pt x="3060700" y="2159762"/>
                  </a:lnTo>
                  <a:lnTo>
                    <a:pt x="3060700" y="1638808"/>
                  </a:lnTo>
                  <a:close/>
                  <a:moveTo>
                    <a:pt x="3319907" y="1895094"/>
                  </a:moveTo>
                  <a:lnTo>
                    <a:pt x="3319907" y="2186623"/>
                  </a:lnTo>
                  <a:lnTo>
                    <a:pt x="3157665" y="2169795"/>
                  </a:lnTo>
                  <a:lnTo>
                    <a:pt x="3157665" y="1874837"/>
                  </a:lnTo>
                  <a:lnTo>
                    <a:pt x="3319907" y="1895094"/>
                  </a:lnTo>
                  <a:close/>
                  <a:moveTo>
                    <a:pt x="3060637" y="2296478"/>
                  </a:moveTo>
                  <a:lnTo>
                    <a:pt x="3060637" y="2168779"/>
                  </a:lnTo>
                  <a:lnTo>
                    <a:pt x="3319907" y="2195640"/>
                  </a:lnTo>
                  <a:lnTo>
                    <a:pt x="3319907" y="2401253"/>
                  </a:lnTo>
                  <a:lnTo>
                    <a:pt x="3157665" y="2389187"/>
                  </a:lnTo>
                  <a:lnTo>
                    <a:pt x="3157665" y="2304923"/>
                  </a:lnTo>
                  <a:lnTo>
                    <a:pt x="3060637" y="2296478"/>
                  </a:lnTo>
                  <a:close/>
                  <a:moveTo>
                    <a:pt x="3157665" y="2497518"/>
                  </a:moveTo>
                  <a:lnTo>
                    <a:pt x="3310382" y="2507805"/>
                  </a:lnTo>
                  <a:lnTo>
                    <a:pt x="3310382" y="3040253"/>
                  </a:lnTo>
                  <a:lnTo>
                    <a:pt x="3157665" y="3036697"/>
                  </a:lnTo>
                  <a:lnTo>
                    <a:pt x="3157665" y="2497518"/>
                  </a:lnTo>
                  <a:close/>
                  <a:moveTo>
                    <a:pt x="3913315" y="3343656"/>
                  </a:moveTo>
                  <a:lnTo>
                    <a:pt x="3785425" y="3345180"/>
                  </a:lnTo>
                  <a:lnTo>
                    <a:pt x="3785425" y="3293491"/>
                  </a:lnTo>
                  <a:lnTo>
                    <a:pt x="3665284" y="3294698"/>
                  </a:lnTo>
                  <a:lnTo>
                    <a:pt x="3665284" y="3244088"/>
                  </a:lnTo>
                  <a:lnTo>
                    <a:pt x="3553714" y="3244913"/>
                  </a:lnTo>
                  <a:lnTo>
                    <a:pt x="3553714" y="3194685"/>
                  </a:lnTo>
                  <a:lnTo>
                    <a:pt x="3430270" y="3195574"/>
                  </a:lnTo>
                  <a:lnTo>
                    <a:pt x="3430270" y="3149981"/>
                  </a:lnTo>
                  <a:lnTo>
                    <a:pt x="3157665" y="3149981"/>
                  </a:lnTo>
                  <a:lnTo>
                    <a:pt x="3157665" y="3045650"/>
                  </a:lnTo>
                  <a:lnTo>
                    <a:pt x="3379089" y="3050794"/>
                  </a:lnTo>
                  <a:lnTo>
                    <a:pt x="3379089" y="3050794"/>
                  </a:lnTo>
                  <a:lnTo>
                    <a:pt x="3478212" y="3053080"/>
                  </a:lnTo>
                  <a:lnTo>
                    <a:pt x="3478212" y="3053080"/>
                  </a:lnTo>
                  <a:lnTo>
                    <a:pt x="3544697" y="3054604"/>
                  </a:lnTo>
                  <a:lnTo>
                    <a:pt x="3544697" y="3143949"/>
                  </a:lnTo>
                  <a:lnTo>
                    <a:pt x="3701796" y="3143949"/>
                  </a:lnTo>
                  <a:lnTo>
                    <a:pt x="3729228" y="3143949"/>
                  </a:lnTo>
                  <a:lnTo>
                    <a:pt x="3729228" y="3254819"/>
                  </a:lnTo>
                  <a:lnTo>
                    <a:pt x="3913251" y="3254819"/>
                  </a:lnTo>
                  <a:lnTo>
                    <a:pt x="3913251" y="3343656"/>
                  </a:lnTo>
                  <a:close/>
                  <a:moveTo>
                    <a:pt x="3319399" y="3040443"/>
                  </a:moveTo>
                  <a:lnTo>
                    <a:pt x="3319399" y="2508377"/>
                  </a:lnTo>
                  <a:lnTo>
                    <a:pt x="3379153" y="2512378"/>
                  </a:lnTo>
                  <a:lnTo>
                    <a:pt x="3379153" y="3041841"/>
                  </a:lnTo>
                  <a:lnTo>
                    <a:pt x="3319399" y="3040443"/>
                  </a:lnTo>
                  <a:close/>
                  <a:moveTo>
                    <a:pt x="3478276" y="3044127"/>
                  </a:moveTo>
                  <a:lnTo>
                    <a:pt x="3478276" y="2519045"/>
                  </a:lnTo>
                  <a:lnTo>
                    <a:pt x="3631692" y="2529904"/>
                  </a:lnTo>
                  <a:lnTo>
                    <a:pt x="3631692" y="3047746"/>
                  </a:lnTo>
                  <a:lnTo>
                    <a:pt x="3478276" y="3044127"/>
                  </a:lnTo>
                  <a:close/>
                  <a:moveTo>
                    <a:pt x="3631692" y="3056763"/>
                  </a:moveTo>
                  <a:lnTo>
                    <a:pt x="3631692" y="3135059"/>
                  </a:lnTo>
                  <a:lnTo>
                    <a:pt x="3553714" y="3135059"/>
                  </a:lnTo>
                  <a:lnTo>
                    <a:pt x="3553714" y="3054922"/>
                  </a:lnTo>
                  <a:lnTo>
                    <a:pt x="3631692" y="3056763"/>
                  </a:lnTo>
                  <a:close/>
                  <a:moveTo>
                    <a:pt x="3738245" y="3245930"/>
                  </a:moveTo>
                  <a:lnTo>
                    <a:pt x="3738245" y="3144075"/>
                  </a:lnTo>
                  <a:lnTo>
                    <a:pt x="3824923" y="3144075"/>
                  </a:lnTo>
                  <a:lnTo>
                    <a:pt x="3824923" y="3245993"/>
                  </a:lnTo>
                  <a:lnTo>
                    <a:pt x="3738245" y="3245930"/>
                  </a:lnTo>
                  <a:close/>
                  <a:moveTo>
                    <a:pt x="4008056" y="3367405"/>
                  </a:moveTo>
                  <a:lnTo>
                    <a:pt x="3939667" y="3368358"/>
                  </a:lnTo>
                  <a:lnTo>
                    <a:pt x="3922268" y="3368358"/>
                  </a:lnTo>
                  <a:lnTo>
                    <a:pt x="3922268" y="3255010"/>
                  </a:lnTo>
                  <a:lnTo>
                    <a:pt x="4008056" y="3257105"/>
                  </a:lnTo>
                  <a:lnTo>
                    <a:pt x="4008056" y="3367405"/>
                  </a:lnTo>
                  <a:close/>
                  <a:moveTo>
                    <a:pt x="5883847" y="3340735"/>
                  </a:moveTo>
                  <a:lnTo>
                    <a:pt x="4017074" y="3367278"/>
                  </a:lnTo>
                  <a:lnTo>
                    <a:pt x="4017074" y="3248342"/>
                  </a:lnTo>
                  <a:lnTo>
                    <a:pt x="3922331" y="3246056"/>
                  </a:lnTo>
                  <a:lnTo>
                    <a:pt x="3833940" y="3245993"/>
                  </a:lnTo>
                  <a:lnTo>
                    <a:pt x="3833940" y="3135059"/>
                  </a:lnTo>
                  <a:lnTo>
                    <a:pt x="3738245" y="3135059"/>
                  </a:lnTo>
                  <a:lnTo>
                    <a:pt x="3701796" y="3135059"/>
                  </a:lnTo>
                  <a:lnTo>
                    <a:pt x="3640646" y="3135059"/>
                  </a:lnTo>
                  <a:lnTo>
                    <a:pt x="3640646" y="3056954"/>
                  </a:lnTo>
                  <a:lnTo>
                    <a:pt x="3703066" y="3058414"/>
                  </a:lnTo>
                  <a:lnTo>
                    <a:pt x="3703066" y="3058414"/>
                  </a:lnTo>
                  <a:lnTo>
                    <a:pt x="3708083" y="3058478"/>
                  </a:lnTo>
                  <a:lnTo>
                    <a:pt x="3985387" y="3064955"/>
                  </a:lnTo>
                  <a:lnTo>
                    <a:pt x="3985387" y="3065590"/>
                  </a:lnTo>
                  <a:lnTo>
                    <a:pt x="3994404" y="3065590"/>
                  </a:lnTo>
                  <a:lnTo>
                    <a:pt x="3994404" y="3065145"/>
                  </a:lnTo>
                  <a:lnTo>
                    <a:pt x="4061968" y="3066733"/>
                  </a:lnTo>
                  <a:lnTo>
                    <a:pt x="4061968" y="3066733"/>
                  </a:lnTo>
                  <a:lnTo>
                    <a:pt x="4141851" y="3068574"/>
                  </a:lnTo>
                  <a:lnTo>
                    <a:pt x="4141851" y="3068574"/>
                  </a:lnTo>
                  <a:lnTo>
                    <a:pt x="4287139" y="3071940"/>
                  </a:lnTo>
                  <a:lnTo>
                    <a:pt x="4287139" y="3072892"/>
                  </a:lnTo>
                  <a:lnTo>
                    <a:pt x="4296156" y="3072892"/>
                  </a:lnTo>
                  <a:lnTo>
                    <a:pt x="4296156" y="3072130"/>
                  </a:lnTo>
                  <a:lnTo>
                    <a:pt x="4376166" y="3073972"/>
                  </a:lnTo>
                  <a:lnTo>
                    <a:pt x="4376166" y="3073972"/>
                  </a:lnTo>
                  <a:lnTo>
                    <a:pt x="4441698" y="3075496"/>
                  </a:lnTo>
                  <a:lnTo>
                    <a:pt x="4441698" y="3075496"/>
                  </a:lnTo>
                  <a:lnTo>
                    <a:pt x="4644136" y="3080194"/>
                  </a:lnTo>
                  <a:lnTo>
                    <a:pt x="4644136" y="3080194"/>
                  </a:lnTo>
                  <a:lnTo>
                    <a:pt x="4647375" y="3080258"/>
                  </a:lnTo>
                  <a:lnTo>
                    <a:pt x="4895152" y="3086036"/>
                  </a:lnTo>
                  <a:lnTo>
                    <a:pt x="4895152" y="3086036"/>
                  </a:lnTo>
                  <a:lnTo>
                    <a:pt x="4985703" y="3088132"/>
                  </a:lnTo>
                  <a:lnTo>
                    <a:pt x="4985703" y="3088132"/>
                  </a:lnTo>
                  <a:lnTo>
                    <a:pt x="5157470" y="3092133"/>
                  </a:lnTo>
                  <a:lnTo>
                    <a:pt x="5236845" y="3094037"/>
                  </a:lnTo>
                  <a:lnTo>
                    <a:pt x="5236845" y="3093974"/>
                  </a:lnTo>
                  <a:lnTo>
                    <a:pt x="5394135" y="3097657"/>
                  </a:lnTo>
                  <a:lnTo>
                    <a:pt x="5394135" y="3097721"/>
                  </a:lnTo>
                  <a:lnTo>
                    <a:pt x="5474716" y="3100070"/>
                  </a:lnTo>
                  <a:lnTo>
                    <a:pt x="5474716" y="3099499"/>
                  </a:lnTo>
                  <a:lnTo>
                    <a:pt x="5612130" y="3102737"/>
                  </a:lnTo>
                  <a:lnTo>
                    <a:pt x="5612130" y="3102737"/>
                  </a:lnTo>
                  <a:lnTo>
                    <a:pt x="5694172" y="3104642"/>
                  </a:lnTo>
                  <a:lnTo>
                    <a:pt x="5694172" y="3104642"/>
                  </a:lnTo>
                  <a:lnTo>
                    <a:pt x="5833047" y="3107880"/>
                  </a:lnTo>
                  <a:lnTo>
                    <a:pt x="5833047" y="3107880"/>
                  </a:lnTo>
                  <a:lnTo>
                    <a:pt x="5883847" y="3109087"/>
                  </a:lnTo>
                  <a:lnTo>
                    <a:pt x="5883847" y="3340735"/>
                  </a:lnTo>
                  <a:close/>
                  <a:moveTo>
                    <a:pt x="3640646" y="3047936"/>
                  </a:moveTo>
                  <a:lnTo>
                    <a:pt x="3640646" y="2530538"/>
                  </a:lnTo>
                  <a:lnTo>
                    <a:pt x="3703066" y="2534920"/>
                  </a:lnTo>
                  <a:lnTo>
                    <a:pt x="3703066" y="3049397"/>
                  </a:lnTo>
                  <a:lnTo>
                    <a:pt x="3640646" y="3047936"/>
                  </a:lnTo>
                  <a:close/>
                  <a:moveTo>
                    <a:pt x="3810953" y="3051937"/>
                  </a:moveTo>
                  <a:lnTo>
                    <a:pt x="3810953" y="2541397"/>
                  </a:lnTo>
                  <a:lnTo>
                    <a:pt x="3985387" y="2553081"/>
                  </a:lnTo>
                  <a:lnTo>
                    <a:pt x="3985387" y="3056001"/>
                  </a:lnTo>
                  <a:lnTo>
                    <a:pt x="3810953" y="3051937"/>
                  </a:lnTo>
                  <a:close/>
                  <a:moveTo>
                    <a:pt x="3994341" y="3056192"/>
                  </a:moveTo>
                  <a:lnTo>
                    <a:pt x="3994341" y="2553716"/>
                  </a:lnTo>
                  <a:lnTo>
                    <a:pt x="4061905" y="2558224"/>
                  </a:lnTo>
                  <a:lnTo>
                    <a:pt x="4061905" y="3057779"/>
                  </a:lnTo>
                  <a:lnTo>
                    <a:pt x="3994341" y="3056192"/>
                  </a:lnTo>
                  <a:close/>
                  <a:moveTo>
                    <a:pt x="4287076" y="2580513"/>
                  </a:moveTo>
                  <a:lnTo>
                    <a:pt x="4287076" y="3063049"/>
                  </a:lnTo>
                  <a:lnTo>
                    <a:pt x="4141787" y="3059621"/>
                  </a:lnTo>
                  <a:lnTo>
                    <a:pt x="4141787" y="2563559"/>
                  </a:lnTo>
                  <a:lnTo>
                    <a:pt x="4376103" y="2579306"/>
                  </a:lnTo>
                  <a:lnTo>
                    <a:pt x="4376103" y="3065081"/>
                  </a:lnTo>
                  <a:lnTo>
                    <a:pt x="4296093" y="3063240"/>
                  </a:lnTo>
                  <a:lnTo>
                    <a:pt x="4296093" y="2580513"/>
                  </a:lnTo>
                  <a:lnTo>
                    <a:pt x="4287076" y="2580513"/>
                  </a:lnTo>
                  <a:close/>
                  <a:moveTo>
                    <a:pt x="4576318" y="2601278"/>
                  </a:moveTo>
                  <a:lnTo>
                    <a:pt x="4576318" y="3069780"/>
                  </a:lnTo>
                  <a:lnTo>
                    <a:pt x="4441635" y="3066669"/>
                  </a:lnTo>
                  <a:lnTo>
                    <a:pt x="4441635" y="2583752"/>
                  </a:lnTo>
                  <a:lnTo>
                    <a:pt x="4644073" y="2597341"/>
                  </a:lnTo>
                  <a:lnTo>
                    <a:pt x="4644073" y="3071368"/>
                  </a:lnTo>
                  <a:lnTo>
                    <a:pt x="4585335" y="3069971"/>
                  </a:lnTo>
                  <a:lnTo>
                    <a:pt x="4585335" y="2601278"/>
                  </a:lnTo>
                  <a:lnTo>
                    <a:pt x="4576318" y="2601278"/>
                  </a:lnTo>
                  <a:close/>
                  <a:moveTo>
                    <a:pt x="4842066" y="3074670"/>
                  </a:moveTo>
                  <a:lnTo>
                    <a:pt x="4842066" y="2610612"/>
                  </a:lnTo>
                  <a:lnTo>
                    <a:pt x="4895152" y="2614168"/>
                  </a:lnTo>
                  <a:lnTo>
                    <a:pt x="4895152" y="3077210"/>
                  </a:lnTo>
                  <a:lnTo>
                    <a:pt x="4725861" y="3073273"/>
                  </a:lnTo>
                  <a:lnTo>
                    <a:pt x="4725861" y="2602802"/>
                  </a:lnTo>
                  <a:lnTo>
                    <a:pt x="4833112" y="2609977"/>
                  </a:lnTo>
                  <a:lnTo>
                    <a:pt x="4833112" y="3074606"/>
                  </a:lnTo>
                  <a:lnTo>
                    <a:pt x="4842066" y="3074606"/>
                  </a:lnTo>
                  <a:close/>
                  <a:moveTo>
                    <a:pt x="5098415" y="2633599"/>
                  </a:moveTo>
                  <a:lnTo>
                    <a:pt x="5098415" y="3081909"/>
                  </a:lnTo>
                  <a:lnTo>
                    <a:pt x="4985703" y="3079305"/>
                  </a:lnTo>
                  <a:lnTo>
                    <a:pt x="4985703" y="2620264"/>
                  </a:lnTo>
                  <a:lnTo>
                    <a:pt x="5155057" y="2631630"/>
                  </a:lnTo>
                  <a:lnTo>
                    <a:pt x="5155057" y="3083306"/>
                  </a:lnTo>
                  <a:lnTo>
                    <a:pt x="5107432" y="3082227"/>
                  </a:lnTo>
                  <a:lnTo>
                    <a:pt x="5107432" y="2633662"/>
                  </a:lnTo>
                  <a:lnTo>
                    <a:pt x="5098415" y="2633662"/>
                  </a:lnTo>
                  <a:close/>
                  <a:moveTo>
                    <a:pt x="5352161" y="3086163"/>
                  </a:moveTo>
                  <a:lnTo>
                    <a:pt x="5352161" y="2644838"/>
                  </a:lnTo>
                  <a:lnTo>
                    <a:pt x="5390833" y="2647442"/>
                  </a:lnTo>
                  <a:lnTo>
                    <a:pt x="5394071" y="3088830"/>
                  </a:lnTo>
                  <a:lnTo>
                    <a:pt x="5236845" y="3085148"/>
                  </a:lnTo>
                  <a:lnTo>
                    <a:pt x="5236845" y="2637092"/>
                  </a:lnTo>
                  <a:lnTo>
                    <a:pt x="5343208" y="2644204"/>
                  </a:lnTo>
                  <a:lnTo>
                    <a:pt x="5343208" y="3086100"/>
                  </a:lnTo>
                  <a:lnTo>
                    <a:pt x="5352161" y="3086100"/>
                  </a:lnTo>
                  <a:close/>
                  <a:moveTo>
                    <a:pt x="5474716" y="3090736"/>
                  </a:moveTo>
                  <a:lnTo>
                    <a:pt x="5474716" y="2654617"/>
                  </a:lnTo>
                  <a:lnTo>
                    <a:pt x="5563235" y="2660205"/>
                  </a:lnTo>
                  <a:lnTo>
                    <a:pt x="5563235" y="3092831"/>
                  </a:lnTo>
                  <a:lnTo>
                    <a:pt x="5474716" y="3090736"/>
                  </a:lnTo>
                  <a:close/>
                  <a:moveTo>
                    <a:pt x="5572252" y="3093022"/>
                  </a:moveTo>
                  <a:lnTo>
                    <a:pt x="5572252" y="2660777"/>
                  </a:lnTo>
                  <a:lnTo>
                    <a:pt x="5612130" y="2663317"/>
                  </a:lnTo>
                  <a:lnTo>
                    <a:pt x="5612130" y="3093974"/>
                  </a:lnTo>
                  <a:lnTo>
                    <a:pt x="5572252" y="3093022"/>
                  </a:lnTo>
                  <a:close/>
                  <a:moveTo>
                    <a:pt x="5779897" y="2676335"/>
                  </a:moveTo>
                  <a:lnTo>
                    <a:pt x="5779897" y="3097848"/>
                  </a:lnTo>
                  <a:lnTo>
                    <a:pt x="5694172" y="3095879"/>
                  </a:lnTo>
                  <a:lnTo>
                    <a:pt x="5694172" y="2667825"/>
                  </a:lnTo>
                  <a:lnTo>
                    <a:pt x="5833047" y="2677160"/>
                  </a:lnTo>
                  <a:lnTo>
                    <a:pt x="5833047" y="3099117"/>
                  </a:lnTo>
                  <a:lnTo>
                    <a:pt x="5788914" y="3098102"/>
                  </a:lnTo>
                  <a:lnTo>
                    <a:pt x="5788914" y="2676398"/>
                  </a:lnTo>
                  <a:lnTo>
                    <a:pt x="5779897" y="2676398"/>
                  </a:lnTo>
                  <a:close/>
                  <a:moveTo>
                    <a:pt x="5883847" y="3100261"/>
                  </a:moveTo>
                  <a:lnTo>
                    <a:pt x="5842000" y="3099308"/>
                  </a:lnTo>
                  <a:lnTo>
                    <a:pt x="5842000" y="2668715"/>
                  </a:lnTo>
                  <a:lnTo>
                    <a:pt x="5685155" y="2658174"/>
                  </a:lnTo>
                  <a:lnTo>
                    <a:pt x="5685155" y="3095625"/>
                  </a:lnTo>
                  <a:lnTo>
                    <a:pt x="5621084" y="3094165"/>
                  </a:lnTo>
                  <a:lnTo>
                    <a:pt x="5621084" y="2654808"/>
                  </a:lnTo>
                  <a:lnTo>
                    <a:pt x="5465636" y="2645029"/>
                  </a:lnTo>
                  <a:lnTo>
                    <a:pt x="5465636" y="3090545"/>
                  </a:lnTo>
                  <a:lnTo>
                    <a:pt x="5402961" y="3089085"/>
                  </a:lnTo>
                  <a:lnTo>
                    <a:pt x="5399596" y="2639060"/>
                  </a:lnTo>
                  <a:lnTo>
                    <a:pt x="5227701" y="2627503"/>
                  </a:lnTo>
                  <a:lnTo>
                    <a:pt x="5227701" y="3084957"/>
                  </a:lnTo>
                  <a:lnTo>
                    <a:pt x="5163884" y="3083497"/>
                  </a:lnTo>
                  <a:lnTo>
                    <a:pt x="5163884" y="2623249"/>
                  </a:lnTo>
                  <a:lnTo>
                    <a:pt x="4976559" y="2610675"/>
                  </a:lnTo>
                  <a:lnTo>
                    <a:pt x="4976559" y="3079179"/>
                  </a:lnTo>
                  <a:lnTo>
                    <a:pt x="4903978" y="3077464"/>
                  </a:lnTo>
                  <a:lnTo>
                    <a:pt x="4903978" y="2605786"/>
                  </a:lnTo>
                  <a:lnTo>
                    <a:pt x="4716653" y="2593213"/>
                  </a:lnTo>
                  <a:lnTo>
                    <a:pt x="4716653" y="3072955"/>
                  </a:lnTo>
                  <a:lnTo>
                    <a:pt x="4652899" y="3071622"/>
                  </a:lnTo>
                  <a:lnTo>
                    <a:pt x="4652899" y="2588959"/>
                  </a:lnTo>
                  <a:lnTo>
                    <a:pt x="4432491" y="2574163"/>
                  </a:lnTo>
                  <a:lnTo>
                    <a:pt x="4432491" y="3066479"/>
                  </a:lnTo>
                  <a:lnTo>
                    <a:pt x="4384929" y="3065399"/>
                  </a:lnTo>
                  <a:lnTo>
                    <a:pt x="4384929" y="2570988"/>
                  </a:lnTo>
                  <a:lnTo>
                    <a:pt x="4132643" y="2554034"/>
                  </a:lnTo>
                  <a:lnTo>
                    <a:pt x="4132643" y="3059493"/>
                  </a:lnTo>
                  <a:lnTo>
                    <a:pt x="4070795" y="3058033"/>
                  </a:lnTo>
                  <a:lnTo>
                    <a:pt x="4070795" y="2549842"/>
                  </a:lnTo>
                  <a:lnTo>
                    <a:pt x="3801809" y="2531809"/>
                  </a:lnTo>
                  <a:lnTo>
                    <a:pt x="3801809" y="3051366"/>
                  </a:lnTo>
                  <a:lnTo>
                    <a:pt x="3711956" y="3049651"/>
                  </a:lnTo>
                  <a:lnTo>
                    <a:pt x="3711956" y="2526602"/>
                  </a:lnTo>
                  <a:lnTo>
                    <a:pt x="3469196" y="2509456"/>
                  </a:lnTo>
                  <a:lnTo>
                    <a:pt x="3469196" y="3043999"/>
                  </a:lnTo>
                  <a:lnTo>
                    <a:pt x="3388043" y="3042094"/>
                  </a:lnTo>
                  <a:lnTo>
                    <a:pt x="3388043" y="2503996"/>
                  </a:lnTo>
                  <a:lnTo>
                    <a:pt x="3157601" y="2488502"/>
                  </a:lnTo>
                  <a:lnTo>
                    <a:pt x="3157601" y="2398205"/>
                  </a:lnTo>
                  <a:lnTo>
                    <a:pt x="5883783" y="2600833"/>
                  </a:lnTo>
                  <a:lnTo>
                    <a:pt x="5883783" y="3100261"/>
                  </a:lnTo>
                  <a:close/>
                  <a:moveTo>
                    <a:pt x="6350508" y="3285236"/>
                  </a:moveTo>
                  <a:lnTo>
                    <a:pt x="5892864" y="3291268"/>
                  </a:lnTo>
                  <a:lnTo>
                    <a:pt x="5892864" y="2961640"/>
                  </a:lnTo>
                  <a:lnTo>
                    <a:pt x="6350508" y="2975229"/>
                  </a:lnTo>
                  <a:lnTo>
                    <a:pt x="6350508" y="3285236"/>
                  </a:lnTo>
                  <a:close/>
                  <a:moveTo>
                    <a:pt x="6350508" y="2966275"/>
                  </a:moveTo>
                  <a:lnTo>
                    <a:pt x="5892864" y="2952686"/>
                  </a:lnTo>
                  <a:lnTo>
                    <a:pt x="5892864" y="2592515"/>
                  </a:lnTo>
                  <a:lnTo>
                    <a:pt x="5661406" y="2575306"/>
                  </a:lnTo>
                  <a:lnTo>
                    <a:pt x="5661406" y="2435987"/>
                  </a:lnTo>
                  <a:lnTo>
                    <a:pt x="5767451" y="2447163"/>
                  </a:lnTo>
                  <a:lnTo>
                    <a:pt x="5766054" y="2581211"/>
                  </a:lnTo>
                  <a:lnTo>
                    <a:pt x="5775071" y="2581338"/>
                  </a:lnTo>
                  <a:lnTo>
                    <a:pt x="5776532" y="2441766"/>
                  </a:lnTo>
                  <a:lnTo>
                    <a:pt x="5776786" y="2439099"/>
                  </a:lnTo>
                  <a:lnTo>
                    <a:pt x="5776532" y="2439099"/>
                  </a:lnTo>
                  <a:lnTo>
                    <a:pt x="5780786" y="2037524"/>
                  </a:lnTo>
                  <a:lnTo>
                    <a:pt x="5780850" y="2037524"/>
                  </a:lnTo>
                  <a:lnTo>
                    <a:pt x="5780850" y="2032381"/>
                  </a:lnTo>
                  <a:lnTo>
                    <a:pt x="5786565" y="1488948"/>
                  </a:lnTo>
                  <a:lnTo>
                    <a:pt x="6291644" y="1608328"/>
                  </a:lnTo>
                  <a:lnTo>
                    <a:pt x="6350572" y="1608328"/>
                  </a:lnTo>
                  <a:lnTo>
                    <a:pt x="6350572" y="2966275"/>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93" name="Google Shape;93;p22"/>
            <p:cNvSpPr/>
            <p:nvPr/>
          </p:nvSpPr>
          <p:spPr>
            <a:xfrm>
              <a:off x="1130109" y="3995737"/>
              <a:ext cx="9016" cy="198247"/>
            </a:xfrm>
            <a:custGeom>
              <a:avLst/>
              <a:gdLst/>
              <a:ahLst/>
              <a:cxnLst/>
              <a:rect l="l" t="t" r="r" b="b"/>
              <a:pathLst>
                <a:path w="9016" h="198247" extrusionOk="0">
                  <a:moveTo>
                    <a:pt x="0" y="0"/>
                  </a:moveTo>
                  <a:lnTo>
                    <a:pt x="9017" y="0"/>
                  </a:lnTo>
                  <a:lnTo>
                    <a:pt x="9017" y="198247"/>
                  </a:lnTo>
                  <a:lnTo>
                    <a:pt x="0" y="198247"/>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94" name="Google Shape;94;p22"/>
            <p:cNvSpPr/>
            <p:nvPr/>
          </p:nvSpPr>
          <p:spPr>
            <a:xfrm>
              <a:off x="1102614" y="3992753"/>
              <a:ext cx="9016" cy="198247"/>
            </a:xfrm>
            <a:custGeom>
              <a:avLst/>
              <a:gdLst/>
              <a:ahLst/>
              <a:cxnLst/>
              <a:rect l="l" t="t" r="r" b="b"/>
              <a:pathLst>
                <a:path w="9016" h="198247" extrusionOk="0">
                  <a:moveTo>
                    <a:pt x="0" y="0"/>
                  </a:moveTo>
                  <a:lnTo>
                    <a:pt x="9017" y="0"/>
                  </a:lnTo>
                  <a:lnTo>
                    <a:pt x="9017" y="198247"/>
                  </a:lnTo>
                  <a:lnTo>
                    <a:pt x="0" y="198247"/>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95" name="Google Shape;95;p22"/>
            <p:cNvSpPr/>
            <p:nvPr/>
          </p:nvSpPr>
          <p:spPr>
            <a:xfrm rot="-4934121">
              <a:off x="1681247" y="3729525"/>
              <a:ext cx="9016" cy="76959"/>
            </a:xfrm>
            <a:custGeom>
              <a:avLst/>
              <a:gdLst/>
              <a:ahLst/>
              <a:cxnLst/>
              <a:rect l="l" t="t" r="r" b="b"/>
              <a:pathLst>
                <a:path w="9016" h="76959" extrusionOk="0">
                  <a:moveTo>
                    <a:pt x="0" y="0"/>
                  </a:moveTo>
                  <a:lnTo>
                    <a:pt x="9017" y="0"/>
                  </a:lnTo>
                  <a:lnTo>
                    <a:pt x="9017" y="76960"/>
                  </a:lnTo>
                  <a:lnTo>
                    <a:pt x="0" y="76960"/>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96" name="Google Shape;96;p22"/>
            <p:cNvSpPr/>
            <p:nvPr/>
          </p:nvSpPr>
          <p:spPr>
            <a:xfrm rot="-4933780">
              <a:off x="1681263" y="3835244"/>
              <a:ext cx="9016" cy="76960"/>
            </a:xfrm>
            <a:custGeom>
              <a:avLst/>
              <a:gdLst/>
              <a:ahLst/>
              <a:cxnLst/>
              <a:rect l="l" t="t" r="r" b="b"/>
              <a:pathLst>
                <a:path w="9016" h="76960" extrusionOk="0">
                  <a:moveTo>
                    <a:pt x="0" y="0"/>
                  </a:moveTo>
                  <a:lnTo>
                    <a:pt x="9017" y="0"/>
                  </a:lnTo>
                  <a:lnTo>
                    <a:pt x="9017" y="76961"/>
                  </a:lnTo>
                  <a:lnTo>
                    <a:pt x="0" y="76961"/>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97" name="Google Shape;97;p22"/>
            <p:cNvSpPr/>
            <p:nvPr/>
          </p:nvSpPr>
          <p:spPr>
            <a:xfrm rot="-4933780">
              <a:off x="1681304" y="3580884"/>
              <a:ext cx="9016" cy="76960"/>
            </a:xfrm>
            <a:custGeom>
              <a:avLst/>
              <a:gdLst/>
              <a:ahLst/>
              <a:cxnLst/>
              <a:rect l="l" t="t" r="r" b="b"/>
              <a:pathLst>
                <a:path w="9016" h="76960" extrusionOk="0">
                  <a:moveTo>
                    <a:pt x="0" y="0"/>
                  </a:moveTo>
                  <a:lnTo>
                    <a:pt x="9017" y="0"/>
                  </a:lnTo>
                  <a:lnTo>
                    <a:pt x="9017" y="76961"/>
                  </a:lnTo>
                  <a:lnTo>
                    <a:pt x="0" y="76961"/>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98" name="Google Shape;98;p22"/>
            <p:cNvSpPr/>
            <p:nvPr/>
          </p:nvSpPr>
          <p:spPr>
            <a:xfrm rot="-4934121">
              <a:off x="1681206" y="3932824"/>
              <a:ext cx="9016" cy="76959"/>
            </a:xfrm>
            <a:custGeom>
              <a:avLst/>
              <a:gdLst/>
              <a:ahLst/>
              <a:cxnLst/>
              <a:rect l="l" t="t" r="r" b="b"/>
              <a:pathLst>
                <a:path w="9016" h="76959" extrusionOk="0">
                  <a:moveTo>
                    <a:pt x="0" y="0"/>
                  </a:moveTo>
                  <a:lnTo>
                    <a:pt x="9017" y="0"/>
                  </a:lnTo>
                  <a:lnTo>
                    <a:pt x="9017" y="76960"/>
                  </a:lnTo>
                  <a:lnTo>
                    <a:pt x="0" y="76960"/>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99" name="Google Shape;99;p22"/>
            <p:cNvSpPr/>
            <p:nvPr/>
          </p:nvSpPr>
          <p:spPr>
            <a:xfrm rot="-4938301">
              <a:off x="1489050" y="3568429"/>
              <a:ext cx="9017" cy="43116"/>
            </a:xfrm>
            <a:custGeom>
              <a:avLst/>
              <a:gdLst/>
              <a:ahLst/>
              <a:cxnLst/>
              <a:rect l="l" t="t" r="r" b="b"/>
              <a:pathLst>
                <a:path w="9017" h="43116" extrusionOk="0">
                  <a:moveTo>
                    <a:pt x="0" y="0"/>
                  </a:moveTo>
                  <a:lnTo>
                    <a:pt x="9017" y="0"/>
                  </a:lnTo>
                  <a:lnTo>
                    <a:pt x="9017" y="43117"/>
                  </a:lnTo>
                  <a:lnTo>
                    <a:pt x="0" y="43117"/>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0" name="Google Shape;100;p22"/>
            <p:cNvSpPr/>
            <p:nvPr/>
          </p:nvSpPr>
          <p:spPr>
            <a:xfrm rot="-4937961">
              <a:off x="1489048" y="3920233"/>
              <a:ext cx="9017" cy="43117"/>
            </a:xfrm>
            <a:custGeom>
              <a:avLst/>
              <a:gdLst/>
              <a:ahLst/>
              <a:cxnLst/>
              <a:rect l="l" t="t" r="r" b="b"/>
              <a:pathLst>
                <a:path w="9017" h="43117" extrusionOk="0">
                  <a:moveTo>
                    <a:pt x="0" y="0"/>
                  </a:moveTo>
                  <a:lnTo>
                    <a:pt x="9017" y="0"/>
                  </a:lnTo>
                  <a:lnTo>
                    <a:pt x="9017" y="43117"/>
                  </a:lnTo>
                  <a:lnTo>
                    <a:pt x="0" y="43117"/>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1" name="Google Shape;101;p22"/>
            <p:cNvSpPr/>
            <p:nvPr/>
          </p:nvSpPr>
          <p:spPr>
            <a:xfrm rot="-4938983">
              <a:off x="1488887" y="3717083"/>
              <a:ext cx="9016" cy="43115"/>
            </a:xfrm>
            <a:custGeom>
              <a:avLst/>
              <a:gdLst/>
              <a:ahLst/>
              <a:cxnLst/>
              <a:rect l="l" t="t" r="r" b="b"/>
              <a:pathLst>
                <a:path w="9016" h="43115" extrusionOk="0">
                  <a:moveTo>
                    <a:pt x="0" y="0"/>
                  </a:moveTo>
                  <a:lnTo>
                    <a:pt x="9017" y="0"/>
                  </a:lnTo>
                  <a:lnTo>
                    <a:pt x="9017" y="43115"/>
                  </a:lnTo>
                  <a:lnTo>
                    <a:pt x="0" y="43115"/>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2" name="Google Shape;102;p22"/>
            <p:cNvSpPr/>
            <p:nvPr/>
          </p:nvSpPr>
          <p:spPr>
            <a:xfrm rot="-4937961">
              <a:off x="1489040" y="3413830"/>
              <a:ext cx="9017" cy="43117"/>
            </a:xfrm>
            <a:custGeom>
              <a:avLst/>
              <a:gdLst/>
              <a:ahLst/>
              <a:cxnLst/>
              <a:rect l="l" t="t" r="r" b="b"/>
              <a:pathLst>
                <a:path w="9017" h="43117" extrusionOk="0">
                  <a:moveTo>
                    <a:pt x="0" y="0"/>
                  </a:moveTo>
                  <a:lnTo>
                    <a:pt x="9017" y="0"/>
                  </a:lnTo>
                  <a:lnTo>
                    <a:pt x="9017" y="43117"/>
                  </a:lnTo>
                  <a:lnTo>
                    <a:pt x="0" y="43117"/>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3" name="Google Shape;103;p22"/>
            <p:cNvSpPr/>
            <p:nvPr/>
          </p:nvSpPr>
          <p:spPr>
            <a:xfrm rot="-4938983">
              <a:off x="1488888" y="3822739"/>
              <a:ext cx="9016" cy="43115"/>
            </a:xfrm>
            <a:custGeom>
              <a:avLst/>
              <a:gdLst/>
              <a:ahLst/>
              <a:cxnLst/>
              <a:rect l="l" t="t" r="r" b="b"/>
              <a:pathLst>
                <a:path w="9016" h="43115" extrusionOk="0">
                  <a:moveTo>
                    <a:pt x="0" y="0"/>
                  </a:moveTo>
                  <a:lnTo>
                    <a:pt x="9017" y="0"/>
                  </a:lnTo>
                  <a:lnTo>
                    <a:pt x="9017" y="43115"/>
                  </a:lnTo>
                  <a:lnTo>
                    <a:pt x="0" y="43115"/>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sp>
        <p:nvSpPr>
          <p:cNvPr id="104" name="Google Shape;104;p22"/>
          <p:cNvSpPr/>
          <p:nvPr/>
        </p:nvSpPr>
        <p:spPr>
          <a:xfrm>
            <a:off x="9014936" y="1583590"/>
            <a:ext cx="133445" cy="2938046"/>
          </a:xfrm>
          <a:custGeom>
            <a:avLst/>
            <a:gdLst/>
            <a:ahLst/>
            <a:cxnLst/>
            <a:rect l="l" t="t" r="r" b="b"/>
            <a:pathLst>
              <a:path w="177926" h="5223192" extrusionOk="0">
                <a:moveTo>
                  <a:pt x="0" y="0"/>
                </a:moveTo>
                <a:lnTo>
                  <a:pt x="177927" y="0"/>
                </a:lnTo>
                <a:lnTo>
                  <a:pt x="177927" y="5223193"/>
                </a:lnTo>
                <a:lnTo>
                  <a:pt x="0" y="5223193"/>
                </a:lnTo>
                <a:close/>
              </a:path>
            </a:pathLst>
          </a:custGeom>
          <a:solidFill>
            <a:srgbClr val="0141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5" name="Google Shape;105;p22"/>
          <p:cNvSpPr/>
          <p:nvPr/>
        </p:nvSpPr>
        <p:spPr>
          <a:xfrm>
            <a:off x="9014936" y="642937"/>
            <a:ext cx="133445" cy="940653"/>
          </a:xfrm>
          <a:custGeom>
            <a:avLst/>
            <a:gdLst/>
            <a:ahLst/>
            <a:cxnLst/>
            <a:rect l="l" t="t" r="r" b="b"/>
            <a:pathLst>
              <a:path w="177926" h="1672272" extrusionOk="0">
                <a:moveTo>
                  <a:pt x="0" y="0"/>
                </a:moveTo>
                <a:lnTo>
                  <a:pt x="177927" y="0"/>
                </a:lnTo>
                <a:lnTo>
                  <a:pt x="177927" y="1672273"/>
                </a:lnTo>
                <a:lnTo>
                  <a:pt x="0" y="1672273"/>
                </a:lnTo>
                <a:close/>
              </a:path>
            </a:pathLst>
          </a:custGeom>
          <a:solidFill>
            <a:srgbClr val="FDD5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6" name="Google Shape;106;p22"/>
          <p:cNvSpPr txBox="1"/>
          <p:nvPr/>
        </p:nvSpPr>
        <p:spPr>
          <a:xfrm>
            <a:off x="4613679" y="2931875"/>
            <a:ext cx="3442200" cy="1055377"/>
          </a:xfrm>
          <a:prstGeom prst="rect">
            <a:avLst/>
          </a:prstGeom>
          <a:noFill/>
          <a:ln>
            <a:noFill/>
          </a:ln>
        </p:spPr>
        <p:txBody>
          <a:bodyPr spcFirstLastPara="1" wrap="square" lIns="91425" tIns="45700" rIns="91425" bIns="45700" anchor="t" anchorCtr="0">
            <a:spAutoFit/>
          </a:bodyPr>
          <a:lstStyle/>
          <a:p>
            <a:pPr marL="0" marR="0" lvl="0" indent="0" algn="l" rtl="0">
              <a:lnSpc>
                <a:spcPct val="148571"/>
              </a:lnSpc>
              <a:spcBef>
                <a:spcPts val="0"/>
              </a:spcBef>
              <a:spcAft>
                <a:spcPts val="0"/>
              </a:spcAft>
              <a:buNone/>
            </a:pPr>
            <a:r>
              <a:rPr lang="en" sz="1050" u="sng" dirty="0">
                <a:solidFill>
                  <a:srgbClr val="01416B"/>
                </a:solidFill>
              </a:rPr>
              <a:t>Rayi Kandakhiswara 23/521388/PA/22423</a:t>
            </a:r>
            <a:endParaRPr sz="1050" u="sng" dirty="0">
              <a:solidFill>
                <a:srgbClr val="01416B"/>
              </a:solidFill>
            </a:endParaRPr>
          </a:p>
          <a:p>
            <a:pPr marL="0" marR="0" lvl="0" indent="0" algn="l" rtl="0">
              <a:lnSpc>
                <a:spcPct val="148571"/>
              </a:lnSpc>
              <a:spcBef>
                <a:spcPts val="0"/>
              </a:spcBef>
              <a:spcAft>
                <a:spcPts val="0"/>
              </a:spcAft>
              <a:buNone/>
            </a:pPr>
            <a:r>
              <a:rPr lang="en" sz="1050" dirty="0">
                <a:solidFill>
                  <a:srgbClr val="01416B"/>
                </a:solidFill>
              </a:rPr>
              <a:t>Widityas Nugraha Kusuma 24/537579/PA/22784</a:t>
            </a:r>
            <a:endParaRPr sz="1050" dirty="0">
              <a:solidFill>
                <a:srgbClr val="01416B"/>
              </a:solidFill>
            </a:endParaRPr>
          </a:p>
          <a:p>
            <a:pPr marL="0" marR="0" lvl="0" indent="0" algn="l" rtl="0">
              <a:lnSpc>
                <a:spcPct val="148571"/>
              </a:lnSpc>
              <a:spcBef>
                <a:spcPts val="0"/>
              </a:spcBef>
              <a:spcAft>
                <a:spcPts val="0"/>
              </a:spcAft>
              <a:buNone/>
            </a:pPr>
            <a:r>
              <a:rPr lang="en" sz="1050" dirty="0">
                <a:solidFill>
                  <a:srgbClr val="01416B"/>
                </a:solidFill>
              </a:rPr>
              <a:t>Nadya Sarah Firdausy 24/540281/PA/22935</a:t>
            </a:r>
            <a:endParaRPr sz="1050" dirty="0">
              <a:solidFill>
                <a:srgbClr val="01416B"/>
              </a:solidFill>
            </a:endParaRPr>
          </a:p>
          <a:p>
            <a:pPr marL="0" marR="0" lvl="0" indent="0" algn="l" rtl="0">
              <a:lnSpc>
                <a:spcPct val="148571"/>
              </a:lnSpc>
              <a:spcBef>
                <a:spcPts val="0"/>
              </a:spcBef>
              <a:spcAft>
                <a:spcPts val="0"/>
              </a:spcAft>
              <a:buNone/>
            </a:pPr>
            <a:r>
              <a:rPr lang="en" sz="1050" dirty="0">
                <a:solidFill>
                  <a:srgbClr val="01416B"/>
                </a:solidFill>
              </a:rPr>
              <a:t>Zenar Murteza Arif 24/545602/PA/23185</a:t>
            </a:r>
            <a:endParaRPr sz="1050" dirty="0">
              <a:solidFill>
                <a:srgbClr val="01416B"/>
              </a:solidFill>
            </a:endParaRPr>
          </a:p>
        </p:txBody>
      </p:sp>
      <p:sp>
        <p:nvSpPr>
          <p:cNvPr id="107" name="Google Shape;107;p22"/>
          <p:cNvSpPr/>
          <p:nvPr/>
        </p:nvSpPr>
        <p:spPr>
          <a:xfrm>
            <a:off x="4682244" y="2830532"/>
            <a:ext cx="582882" cy="18146"/>
          </a:xfrm>
          <a:custGeom>
            <a:avLst/>
            <a:gdLst/>
            <a:ahLst/>
            <a:cxnLst/>
            <a:rect l="l" t="t" r="r" b="b"/>
            <a:pathLst>
              <a:path w="777176" h="32258" extrusionOk="0">
                <a:moveTo>
                  <a:pt x="0" y="0"/>
                </a:moveTo>
                <a:lnTo>
                  <a:pt x="777176" y="0"/>
                </a:lnTo>
                <a:lnTo>
                  <a:pt x="777176" y="32258"/>
                </a:lnTo>
                <a:lnTo>
                  <a:pt x="0" y="32258"/>
                </a:lnTo>
                <a:close/>
              </a:path>
            </a:pathLst>
          </a:custGeom>
          <a:solidFill>
            <a:srgbClr val="FDD4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108" name="Google Shape;108;p22"/>
          <p:cNvSpPr txBox="1"/>
          <p:nvPr/>
        </p:nvSpPr>
        <p:spPr>
          <a:xfrm>
            <a:off x="4573515" y="1378172"/>
            <a:ext cx="4127100" cy="12310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3000" dirty="0">
                <a:solidFill>
                  <a:srgbClr val="01416B"/>
                </a:solidFill>
              </a:rPr>
              <a:t>Penyelesaian Numerik</a:t>
            </a:r>
          </a:p>
          <a:p>
            <a:pPr marL="0" marR="0" lvl="0" indent="0" algn="l" rtl="0">
              <a:spcBef>
                <a:spcPts val="0"/>
              </a:spcBef>
              <a:spcAft>
                <a:spcPts val="0"/>
              </a:spcAft>
              <a:buNone/>
            </a:pPr>
            <a:r>
              <a:rPr lang="en" sz="3000" dirty="0">
                <a:solidFill>
                  <a:srgbClr val="01416B"/>
                </a:solidFill>
              </a:rPr>
              <a:t>Persamaan Adveksi</a:t>
            </a:r>
            <a:endParaRPr sz="3000" dirty="0">
              <a:solidFill>
                <a:srgbClr val="01416B"/>
              </a:solidFill>
              <a:latin typeface="Arial"/>
              <a:ea typeface="Arial"/>
              <a:cs typeface="Arial"/>
              <a:sym typeface="Arial"/>
            </a:endParaRPr>
          </a:p>
          <a:p>
            <a:pPr marL="0" marR="0" lvl="0" indent="0" algn="l" rtl="0">
              <a:spcBef>
                <a:spcPts val="0"/>
              </a:spcBef>
              <a:spcAft>
                <a:spcPts val="0"/>
              </a:spcAft>
              <a:buNone/>
            </a:pPr>
            <a:endParaRPr dirty="0"/>
          </a:p>
        </p:txBody>
      </p:sp>
      <p:sp>
        <p:nvSpPr>
          <p:cNvPr id="109" name="Google Shape;109;p22"/>
          <p:cNvSpPr txBox="1"/>
          <p:nvPr/>
        </p:nvSpPr>
        <p:spPr>
          <a:xfrm>
            <a:off x="370999" y="4534389"/>
            <a:ext cx="2272417" cy="40756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 sz="1050">
                <a:solidFill>
                  <a:srgbClr val="01416B"/>
                </a:solidFill>
                <a:latin typeface="Arial"/>
                <a:ea typeface="Arial"/>
                <a:cs typeface="Arial"/>
                <a:sym typeface="Arial"/>
              </a:rPr>
              <a:t>LOCALLY ROOTED,</a:t>
            </a:r>
            <a:endParaRPr/>
          </a:p>
          <a:p>
            <a:pPr marL="0" marR="0" lvl="0" indent="0" algn="l" rtl="0">
              <a:lnSpc>
                <a:spcPct val="150000"/>
              </a:lnSpc>
              <a:spcBef>
                <a:spcPts val="0"/>
              </a:spcBef>
              <a:spcAft>
                <a:spcPts val="0"/>
              </a:spcAft>
              <a:buNone/>
            </a:pPr>
            <a:r>
              <a:rPr lang="en" sz="1050">
                <a:solidFill>
                  <a:srgbClr val="01416B"/>
                </a:solidFill>
                <a:latin typeface="Arial"/>
                <a:ea typeface="Arial"/>
                <a:cs typeface="Arial"/>
                <a:sym typeface="Arial"/>
              </a:rPr>
              <a:t>GLOBALLY RESPECTED</a:t>
            </a:r>
            <a:endParaRPr/>
          </a:p>
        </p:txBody>
      </p:sp>
      <p:sp>
        <p:nvSpPr>
          <p:cNvPr id="110" name="Google Shape;110;p22"/>
          <p:cNvSpPr txBox="1"/>
          <p:nvPr/>
        </p:nvSpPr>
        <p:spPr>
          <a:xfrm>
            <a:off x="7807738" y="4694052"/>
            <a:ext cx="1051891" cy="1990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125">
                <a:solidFill>
                  <a:srgbClr val="01416B"/>
                </a:solidFill>
                <a:latin typeface="Arial"/>
                <a:ea typeface="Arial"/>
                <a:cs typeface="Arial"/>
                <a:sym typeface="Arial"/>
              </a:rPr>
              <a:t>ugm.ac.id</a:t>
            </a:r>
            <a:endParaRPr sz="1125">
              <a:solidFill>
                <a:srgbClr val="01416B"/>
              </a:solidFill>
              <a:latin typeface="Arial"/>
              <a:ea typeface="Arial"/>
              <a:cs typeface="Arial"/>
              <a:sym typeface="Arial"/>
            </a:endParaRPr>
          </a:p>
        </p:txBody>
      </p:sp>
      <p:pic>
        <p:nvPicPr>
          <p:cNvPr id="111" name="Google Shape;111;p22"/>
          <p:cNvPicPr preferRelativeResize="0"/>
          <p:nvPr/>
        </p:nvPicPr>
        <p:blipFill rotWithShape="1">
          <a:blip r:embed="rId3">
            <a:alphaModFix/>
          </a:blip>
          <a:srcRect/>
          <a:stretch/>
        </p:blipFill>
        <p:spPr>
          <a:xfrm>
            <a:off x="443346" y="292881"/>
            <a:ext cx="1720616" cy="4907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2363935" y="571000"/>
            <a:ext cx="6306600" cy="1134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1416B"/>
              </a:buClr>
              <a:buSzPts val="2800"/>
              <a:buFont typeface="Arial"/>
              <a:buNone/>
            </a:pPr>
            <a:r>
              <a:rPr lang="en"/>
              <a:t>Pendahuluan</a:t>
            </a:r>
            <a:endParaRPr/>
          </a:p>
          <a:p>
            <a:pPr marL="0" lvl="0" indent="0" algn="l" rtl="0">
              <a:lnSpc>
                <a:spcPct val="90000"/>
              </a:lnSpc>
              <a:spcBef>
                <a:spcPts val="0"/>
              </a:spcBef>
              <a:spcAft>
                <a:spcPts val="0"/>
              </a:spcAft>
              <a:buClr>
                <a:srgbClr val="01416B"/>
              </a:buClr>
              <a:buSzPts val="2800"/>
              <a:buFont typeface="Arial"/>
              <a:buNone/>
            </a:pPr>
            <a:endParaRPr/>
          </a:p>
        </p:txBody>
      </p:sp>
      <p:sp>
        <p:nvSpPr>
          <p:cNvPr id="117" name="Google Shape;117;p23"/>
          <p:cNvSpPr txBox="1">
            <a:spLocks noGrp="1"/>
          </p:cNvSpPr>
          <p:nvPr>
            <p:ph type="body" idx="1"/>
          </p:nvPr>
        </p:nvSpPr>
        <p:spPr>
          <a:xfrm>
            <a:off x="2295525" y="1130849"/>
            <a:ext cx="6518700" cy="343350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2800"/>
              <a:buFont typeface="Arial"/>
              <a:buNone/>
            </a:pPr>
            <a:r>
              <a:rPr lang="en" sz="1400" dirty="0"/>
              <a:t>Dalam berbagai fenomena alam, seperti pergerakan udara di atmosfer, arus laut, maupun aliran air tanah, terjadi proses perpindahan massa dan energi yang disebabkan oleh pergerakan fluida. Proses ini dikenal sebagai adveksi, yaitu perpindahan suatu besaran fisik seperti suhu, kelembapan, atau konsentrasi zat akibat gerak aliran fluida itu sendiri. Berbeda dengan difusi yang terjadi karena perbedaan konsentrasi, adveksi berlangsung akibat pergerakan massal dari fluida yang membawa zat atau energi dari satu tempat ke tempat lain.</a:t>
            </a:r>
            <a:endParaRPr sz="1400" dirty="0"/>
          </a:p>
          <a:p>
            <a:pPr marL="0" lvl="0" indent="0" algn="just" rtl="0">
              <a:lnSpc>
                <a:spcPct val="90000"/>
              </a:lnSpc>
              <a:spcBef>
                <a:spcPts val="0"/>
              </a:spcBef>
              <a:spcAft>
                <a:spcPts val="0"/>
              </a:spcAft>
              <a:buClr>
                <a:schemeClr val="dk1"/>
              </a:buClr>
              <a:buSzPts val="2800"/>
              <a:buFont typeface="Arial"/>
              <a:buNone/>
            </a:pPr>
            <a:r>
              <a:rPr lang="en" sz="1400" dirty="0"/>
              <a:t>Dalam ilmu kebumian dan atmosfer, konsep adveksi memiliki peranan penting. Di bidang meteorologi, adveksi berperan dalam distribusi suhu, uap air, dan pembentukan sistem cuaca. Di bidang oseanografi, adveksi mengatur pergerakan massa air laut serta penyebaran nutrien di samudra. Sedangkan dalam geofisika panas bum</a:t>
            </a:r>
            <a:r>
              <a:rPr lang="en" sz="1400" b="1" dirty="0"/>
              <a:t>i</a:t>
            </a:r>
            <a:r>
              <a:rPr lang="en" sz="1400" dirty="0"/>
              <a:t>, adveksi menjelaskan bagaimana panas berpindah melalui fluida di bawah permukaan bumi, seperti pada sistem hidrotermal atau reservoir panas bumi. Oleh karena itu, memahami proses adveksi menjadi penting untuk menjelaskan dinamika sistem alam yang melibatkan pergerakan fluida.</a:t>
            </a:r>
            <a:endParaRP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5"/>
          <p:cNvSpPr txBox="1">
            <a:spLocks noGrp="1"/>
          </p:cNvSpPr>
          <p:nvPr>
            <p:ph type="title"/>
          </p:nvPr>
        </p:nvSpPr>
        <p:spPr>
          <a:xfrm>
            <a:off x="2363935" y="516725"/>
            <a:ext cx="6306600" cy="1134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1416B"/>
              </a:buClr>
              <a:buSzPts val="2800"/>
              <a:buFont typeface="Arial"/>
              <a:buNone/>
            </a:pPr>
            <a:r>
              <a:rPr lang="en"/>
              <a:t>Dasar Teori</a:t>
            </a:r>
            <a:endParaRPr/>
          </a:p>
        </p:txBody>
      </p:sp>
      <p:sp>
        <p:nvSpPr>
          <p:cNvPr id="129" name="Google Shape;129;p25"/>
          <p:cNvSpPr txBox="1">
            <a:spLocks noGrp="1"/>
          </p:cNvSpPr>
          <p:nvPr>
            <p:ph type="body" idx="1"/>
          </p:nvPr>
        </p:nvSpPr>
        <p:spPr>
          <a:xfrm>
            <a:off x="2500728" y="1124847"/>
            <a:ext cx="6306600" cy="273600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1200"/>
              </a:spcBef>
              <a:spcAft>
                <a:spcPts val="0"/>
              </a:spcAft>
              <a:buClr>
                <a:schemeClr val="dk1"/>
              </a:buClr>
              <a:buSzPts val="1100"/>
              <a:buFont typeface="Arial"/>
              <a:buNone/>
            </a:pPr>
            <a:r>
              <a:rPr lang="en" sz="1400"/>
              <a:t>Adveksi merupakan salah satu mekanisme utama dalam proses transportasi massa, panas, atau momentum di dalam fluida. Secara fisik, adveksi terjadi ketika suatu besaran terbawa oleh gerak fluida, sehingga distribusi besaran tersebut berubah terhadap ruang dan waktu. Dalam sistem fluida seperti udara dan air, adveksi sering kali menjadi faktor dominan dalam perubahan kondisi lingkungan, misalnya pergerakan udara panas di atmosfer, arus laut yang membawa garam, atau aliran fluida panas di sistem geotermal.</a:t>
            </a:r>
            <a:endParaRPr sz="1400"/>
          </a:p>
          <a:p>
            <a:pPr marL="0" lvl="0" indent="0" algn="just" rtl="0">
              <a:lnSpc>
                <a:spcPct val="115000"/>
              </a:lnSpc>
              <a:spcBef>
                <a:spcPts val="1200"/>
              </a:spcBef>
              <a:spcAft>
                <a:spcPts val="0"/>
              </a:spcAft>
              <a:buClr>
                <a:schemeClr val="dk1"/>
              </a:buClr>
              <a:buSzPts val="1100"/>
              <a:buFont typeface="Arial"/>
              <a:buNone/>
            </a:pPr>
            <a:r>
              <a:rPr lang="en" sz="1400"/>
              <a:t>Berbeda dengan </a:t>
            </a:r>
            <a:r>
              <a:rPr lang="en" sz="1400" b="1"/>
              <a:t>difusi</a:t>
            </a:r>
            <a:r>
              <a:rPr lang="en" sz="1400"/>
              <a:t>, yang terjadi karena gradien konsentrasi dan menghasilkan penyebaran acak, </a:t>
            </a:r>
            <a:r>
              <a:rPr lang="en" sz="1400" b="1"/>
              <a:t>adveksi</a:t>
            </a:r>
            <a:r>
              <a:rPr lang="en" sz="1400"/>
              <a:t> terjadi karena gerakan massal fluida yang memiliki arah dan kecepatan tertentu. Oleh sebab itu, adveksi disebut juga sebagai </a:t>
            </a:r>
            <a:r>
              <a:rPr lang="en" sz="1400" i="1"/>
              <a:t>transport konvektif</a:t>
            </a:r>
            <a:r>
              <a:rPr lang="en" sz="1400"/>
              <a:t> yang menggambarkan perpindahan suatu zat akibat arus utama fluida. </a:t>
            </a:r>
            <a:endParaRPr sz="1400"/>
          </a:p>
          <a:p>
            <a:pPr marL="0" lvl="0" indent="0" algn="just" rtl="0">
              <a:lnSpc>
                <a:spcPct val="148571"/>
              </a:lnSpc>
              <a:spcBef>
                <a:spcPts val="1200"/>
              </a:spcBef>
              <a:spcAft>
                <a:spcPts val="0"/>
              </a:spcAft>
              <a:buClr>
                <a:schemeClr val="dk1"/>
              </a:buClr>
              <a:buSzPts val="1050"/>
              <a:buFont typeface="Arial"/>
              <a:buNone/>
            </a:pP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6"/>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416B"/>
              </a:buClr>
              <a:buSzPts val="3200"/>
              <a:buFont typeface="Arial"/>
              <a:buNone/>
            </a:pPr>
            <a:r>
              <a:rPr lang="en" dirty="0"/>
              <a:t>Persamaan Adveksi</a:t>
            </a:r>
            <a:endParaRPr dirty="0"/>
          </a:p>
        </p:txBody>
      </p:sp>
      <mc:AlternateContent xmlns:mc="http://schemas.openxmlformats.org/markup-compatibility/2006" xmlns:a14="http://schemas.microsoft.com/office/drawing/2010/main">
        <mc:Choice Requires="a14">
          <p:sp>
            <p:nvSpPr>
              <p:cNvPr id="135" name="Google Shape;135;p26"/>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Autofit/>
              </a:bodyPr>
              <a:lstStyle/>
              <a:p>
                <a:pPr marL="228600" indent="-50800">
                  <a:spcBef>
                    <a:spcPts val="1200"/>
                  </a:spcBef>
                  <a:buSzPts val="2800"/>
                  <a:buNone/>
                </a:pPr>
                <a14:m>
                  <m:oMath xmlns:m="http://schemas.openxmlformats.org/officeDocument/2006/math">
                    <m:f>
                      <m:fPr>
                        <m:ctrlPr>
                          <a:rPr lang="en-ID" sz="1600" i="1" smtClean="0">
                            <a:latin typeface="Cambria Math" panose="02040503050406030204" pitchFamily="18" charset="0"/>
                            <a:ea typeface="Cambria Math" panose="02040503050406030204" pitchFamily="18" charset="0"/>
                          </a:rPr>
                        </m:ctrlPr>
                      </m:fPr>
                      <m:num>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ea typeface="Cambria Math" panose="02040503050406030204" pitchFamily="18" charset="0"/>
                          </a:rPr>
                          <m:t>𝑢</m:t>
                        </m:r>
                      </m:num>
                      <m:den>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ea typeface="Cambria Math" panose="02040503050406030204" pitchFamily="18" charset="0"/>
                          </a:rPr>
                          <m:t>𝑡</m:t>
                        </m:r>
                      </m:den>
                    </m:f>
                    <m:r>
                      <a:rPr lang="en-ID" sz="1600" i="1">
                        <a:latin typeface="Cambria Math" panose="02040503050406030204" pitchFamily="18" charset="0"/>
                        <a:ea typeface="Cambria Math" panose="02040503050406030204" pitchFamily="18" charset="0"/>
                      </a:rPr>
                      <m:t>+ </m:t>
                    </m:r>
                    <m:r>
                      <a:rPr lang="en-ID" sz="1600" i="1">
                        <a:latin typeface="Cambria Math" panose="02040503050406030204" pitchFamily="18" charset="0"/>
                        <a:ea typeface="Cambria Math" panose="02040503050406030204" pitchFamily="18" charset="0"/>
                      </a:rPr>
                      <m:t>𝑣</m:t>
                    </m:r>
                    <m:f>
                      <m:fPr>
                        <m:ctrlPr>
                          <a:rPr lang="en-ID" sz="1600" i="1">
                            <a:latin typeface="Cambria Math" panose="02040503050406030204" pitchFamily="18" charset="0"/>
                            <a:ea typeface="Cambria Math" panose="02040503050406030204" pitchFamily="18" charset="0"/>
                          </a:rPr>
                        </m:ctrlPr>
                      </m:fPr>
                      <m:num>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ea typeface="Cambria Math" panose="02040503050406030204" pitchFamily="18" charset="0"/>
                          </a:rPr>
                          <m:t>𝑢</m:t>
                        </m:r>
                      </m:num>
                      <m:den>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ea typeface="Cambria Math" panose="02040503050406030204" pitchFamily="18" charset="0"/>
                          </a:rPr>
                          <m:t>𝑥</m:t>
                        </m:r>
                      </m:den>
                    </m:f>
                    <m:r>
                      <a:rPr lang="en-ID" sz="1600" i="1">
                        <a:latin typeface="Cambria Math" panose="02040503050406030204" pitchFamily="18" charset="0"/>
                        <a:ea typeface="Cambria Math" panose="02040503050406030204" pitchFamily="18" charset="0"/>
                      </a:rPr>
                      <m:t>=0</m:t>
                    </m:r>
                  </m:oMath>
                </a14:m>
                <a:r>
                  <a:rPr lang="en-US" sz="1600" b="0" i="0" dirty="0">
                    <a:latin typeface="Cambria Math" panose="02040503050406030204" pitchFamily="18" charset="0"/>
                    <a:ea typeface="Cambria Math" panose="02040503050406030204" pitchFamily="18" charset="0"/>
                  </a:rPr>
                  <a:t> </a:t>
                </a:r>
              </a:p>
              <a:p>
                <a:pPr marL="228600" indent="-50800">
                  <a:spcBef>
                    <a:spcPts val="1200"/>
                  </a:spcBef>
                  <a:buSzPts val="2800"/>
                  <a:buNone/>
                </a:pPr>
                <a14:m>
                  <m:oMath xmlns:m="http://schemas.openxmlformats.org/officeDocument/2006/math">
                    <m:f>
                      <m:fPr>
                        <m:ctrlPr>
                          <a:rPr lang="en-ID" sz="1600" i="1" smtClean="0">
                            <a:latin typeface="Cambria Math" panose="02040503050406030204" pitchFamily="18" charset="0"/>
                            <a:ea typeface="Cambria Math" panose="02040503050406030204" pitchFamily="18" charset="0"/>
                          </a:rPr>
                        </m:ctrlPr>
                      </m:fPr>
                      <m:num>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ea typeface="Cambria Math" panose="02040503050406030204" pitchFamily="18" charset="0"/>
                          </a:rPr>
                          <m:t>𝑢</m:t>
                        </m:r>
                      </m:num>
                      <m:den>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ea typeface="Cambria Math" panose="02040503050406030204" pitchFamily="18" charset="0"/>
                          </a:rPr>
                          <m:t>𝑡</m:t>
                        </m:r>
                      </m:den>
                    </m:f>
                    <m:r>
                      <a:rPr lang="en-US" sz="1600" b="0" i="1" smtClean="0">
                        <a:latin typeface="Cambria Math" panose="02040503050406030204" pitchFamily="18" charset="0"/>
                        <a:ea typeface="Cambria Math" panose="02040503050406030204" pitchFamily="18" charset="0"/>
                      </a:rPr>
                      <m:t>=−</m:t>
                    </m:r>
                    <m:r>
                      <a:rPr lang="en-ID" sz="1600" i="1">
                        <a:latin typeface="Cambria Math" panose="02040503050406030204" pitchFamily="18" charset="0"/>
                        <a:ea typeface="Cambria Math" panose="02040503050406030204" pitchFamily="18" charset="0"/>
                      </a:rPr>
                      <m:t> </m:t>
                    </m:r>
                    <m:r>
                      <a:rPr lang="en-ID" sz="1600" i="1">
                        <a:latin typeface="Cambria Math" panose="02040503050406030204" pitchFamily="18" charset="0"/>
                        <a:ea typeface="Cambria Math" panose="02040503050406030204" pitchFamily="18" charset="0"/>
                      </a:rPr>
                      <m:t>𝑣</m:t>
                    </m:r>
                    <m:f>
                      <m:fPr>
                        <m:ctrlPr>
                          <a:rPr lang="en-ID" sz="1600" i="1">
                            <a:latin typeface="Cambria Math" panose="02040503050406030204" pitchFamily="18" charset="0"/>
                            <a:ea typeface="Cambria Math" panose="02040503050406030204" pitchFamily="18" charset="0"/>
                          </a:rPr>
                        </m:ctrlPr>
                      </m:fPr>
                      <m:num>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ea typeface="Cambria Math" panose="02040503050406030204" pitchFamily="18" charset="0"/>
                          </a:rPr>
                          <m:t>𝑢</m:t>
                        </m:r>
                      </m:num>
                      <m:den>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ea typeface="Cambria Math" panose="02040503050406030204" pitchFamily="18" charset="0"/>
                          </a:rPr>
                          <m:t>𝑥</m:t>
                        </m:r>
                      </m:den>
                    </m:f>
                  </m:oMath>
                </a14:m>
                <a:r>
                  <a:rPr lang="en-US" sz="1600" dirty="0">
                    <a:latin typeface="Cambria Math" panose="02040503050406030204" pitchFamily="18" charset="0"/>
                    <a:ea typeface="Cambria Math" panose="02040503050406030204" pitchFamily="18" charset="0"/>
                  </a:rPr>
                  <a:t>   </a:t>
                </a:r>
              </a:p>
              <a:p>
                <a:pPr marL="228600" indent="-50800">
                  <a:spcBef>
                    <a:spcPts val="1200"/>
                  </a:spcBef>
                  <a:buSzPts val="2800"/>
                  <a:buNone/>
                </a:pPr>
                <a:r>
                  <a:rPr lang="en-US" sz="1600" dirty="0" err="1">
                    <a:latin typeface="Cambria Math" panose="02040503050406030204" pitchFamily="18" charset="0"/>
                    <a:ea typeface="Cambria Math" panose="02040503050406030204" pitchFamily="18" charset="0"/>
                  </a:rPr>
                  <a:t>Dengan</a:t>
                </a:r>
                <a:r>
                  <a:rPr lang="en-US" sz="1600" dirty="0">
                    <a:latin typeface="Cambria Math" panose="02040503050406030204" pitchFamily="18" charset="0"/>
                    <a:ea typeface="Cambria Math" panose="02040503050406030204" pitchFamily="18" charset="0"/>
                  </a:rPr>
                  <a:t> ;</a:t>
                </a:r>
              </a:p>
              <a:p>
                <a:pPr marL="228600" indent="-50800">
                  <a:spcBef>
                    <a:spcPts val="1200"/>
                  </a:spcBef>
                  <a:buSzPts val="2800"/>
                  <a:buNone/>
                </a:pPr>
                <a:r>
                  <a:rPr lang="en-US" sz="1600" dirty="0">
                    <a:latin typeface="Cambria Math" panose="02040503050406030204" pitchFamily="18" charset="0"/>
                    <a:ea typeface="Cambria Math" panose="02040503050406030204" pitchFamily="18" charset="0"/>
                  </a:rPr>
                  <a:t>u = </a:t>
                </a:r>
                <a:r>
                  <a:rPr lang="en-US" sz="1600" dirty="0" err="1">
                    <a:latin typeface="Cambria Math" panose="02040503050406030204" pitchFamily="18" charset="0"/>
                    <a:ea typeface="Cambria Math" panose="02040503050406030204" pitchFamily="18" charset="0"/>
                  </a:rPr>
                  <a:t>suatu</a:t>
                </a:r>
                <a:r>
                  <a:rPr lang="en-US" sz="1600" dirty="0">
                    <a:latin typeface="Cambria Math" panose="02040503050406030204" pitchFamily="18" charset="0"/>
                    <a:ea typeface="Cambria Math" panose="02040503050406030204" pitchFamily="18" charset="0"/>
                  </a:rPr>
                  <a:t> </a:t>
                </a:r>
                <a:r>
                  <a:rPr lang="en-US" sz="1600" dirty="0" err="1">
                    <a:latin typeface="Cambria Math" panose="02040503050406030204" pitchFamily="18" charset="0"/>
                    <a:ea typeface="Cambria Math" panose="02040503050406030204" pitchFamily="18" charset="0"/>
                  </a:rPr>
                  <a:t>fungsi</a:t>
                </a:r>
                <a:r>
                  <a:rPr lang="en-US" sz="1600" dirty="0">
                    <a:latin typeface="Cambria Math" panose="02040503050406030204" pitchFamily="18" charset="0"/>
                    <a:ea typeface="Cambria Math" panose="02040503050406030204" pitchFamily="18" charset="0"/>
                  </a:rPr>
                  <a:t> yang </a:t>
                </a:r>
                <a:r>
                  <a:rPr lang="en-US" sz="1600" dirty="0" err="1">
                    <a:latin typeface="Cambria Math" panose="02040503050406030204" pitchFamily="18" charset="0"/>
                    <a:ea typeface="Cambria Math" panose="02040503050406030204" pitchFamily="18" charset="0"/>
                  </a:rPr>
                  <a:t>berubah</a:t>
                </a:r>
                <a:r>
                  <a:rPr lang="en-US" sz="1600" dirty="0">
                    <a:latin typeface="Cambria Math" panose="02040503050406030204" pitchFamily="18" charset="0"/>
                    <a:ea typeface="Cambria Math" panose="02040503050406030204" pitchFamily="18" charset="0"/>
                  </a:rPr>
                  <a:t> </a:t>
                </a:r>
                <a:r>
                  <a:rPr lang="en-US" sz="1600" dirty="0" err="1">
                    <a:latin typeface="Cambria Math" panose="02040503050406030204" pitchFamily="18" charset="0"/>
                    <a:ea typeface="Cambria Math" panose="02040503050406030204" pitchFamily="18" charset="0"/>
                  </a:rPr>
                  <a:t>terhadap</a:t>
                </a:r>
                <a:r>
                  <a:rPr lang="en-US" sz="1600" dirty="0">
                    <a:latin typeface="Cambria Math" panose="02040503050406030204" pitchFamily="18" charset="0"/>
                    <a:ea typeface="Cambria Math" panose="02040503050406030204" pitchFamily="18" charset="0"/>
                  </a:rPr>
                  <a:t> </a:t>
                </a:r>
                <a:r>
                  <a:rPr lang="en-US" sz="1600" dirty="0" err="1">
                    <a:latin typeface="Cambria Math" panose="02040503050406030204" pitchFamily="18" charset="0"/>
                    <a:ea typeface="Cambria Math" panose="02040503050406030204" pitchFamily="18" charset="0"/>
                  </a:rPr>
                  <a:t>ruang</a:t>
                </a:r>
                <a:r>
                  <a:rPr lang="en-US" sz="1600" dirty="0">
                    <a:latin typeface="Cambria Math" panose="02040503050406030204" pitchFamily="18" charset="0"/>
                    <a:ea typeface="Cambria Math" panose="02040503050406030204" pitchFamily="18" charset="0"/>
                  </a:rPr>
                  <a:t> dan </a:t>
                </a:r>
                <a:r>
                  <a:rPr lang="en-US" sz="1600" dirty="0" err="1">
                    <a:latin typeface="Cambria Math" panose="02040503050406030204" pitchFamily="18" charset="0"/>
                    <a:ea typeface="Cambria Math" panose="02040503050406030204" pitchFamily="18" charset="0"/>
                  </a:rPr>
                  <a:t>waktu</a:t>
                </a:r>
                <a:r>
                  <a:rPr lang="en-US" sz="1600" dirty="0">
                    <a:latin typeface="Cambria Math" panose="02040503050406030204" pitchFamily="18" charset="0"/>
                    <a:ea typeface="Cambria Math" panose="02040503050406030204" pitchFamily="18" charset="0"/>
                  </a:rPr>
                  <a:t> { u(</a:t>
                </a:r>
                <a:r>
                  <a:rPr lang="en-US" sz="1600" dirty="0" err="1">
                    <a:latin typeface="Cambria Math" panose="02040503050406030204" pitchFamily="18" charset="0"/>
                    <a:ea typeface="Cambria Math" panose="02040503050406030204" pitchFamily="18" charset="0"/>
                  </a:rPr>
                  <a:t>x,t</a:t>
                </a:r>
                <a:r>
                  <a:rPr lang="en-US" sz="1600" dirty="0">
                    <a:latin typeface="Cambria Math" panose="02040503050406030204" pitchFamily="18" charset="0"/>
                    <a:ea typeface="Cambria Math" panose="02040503050406030204" pitchFamily="18" charset="0"/>
                  </a:rPr>
                  <a:t>) }</a:t>
                </a:r>
              </a:p>
              <a:p>
                <a:pPr marL="228600" indent="-50800">
                  <a:spcBef>
                    <a:spcPts val="1200"/>
                  </a:spcBef>
                  <a:buSzPts val="2800"/>
                  <a:buNone/>
                </a:pPr>
                <a:r>
                  <a:rPr lang="en-US" sz="1600" dirty="0">
                    <a:latin typeface="Cambria Math" panose="02040503050406030204" pitchFamily="18" charset="0"/>
                    <a:ea typeface="Cambria Math" panose="02040503050406030204" pitchFamily="18" charset="0"/>
                  </a:rPr>
                  <a:t>v = </a:t>
                </a:r>
                <a:r>
                  <a:rPr lang="en-US" sz="1600" dirty="0" err="1">
                    <a:latin typeface="Cambria Math" panose="02040503050406030204" pitchFamily="18" charset="0"/>
                    <a:ea typeface="Cambria Math" panose="02040503050406030204" pitchFamily="18" charset="0"/>
                  </a:rPr>
                  <a:t>kecepatan</a:t>
                </a:r>
                <a:r>
                  <a:rPr lang="en-US" sz="1600" dirty="0">
                    <a:latin typeface="Cambria Math" panose="02040503050406030204" pitchFamily="18" charset="0"/>
                    <a:ea typeface="Cambria Math" panose="02040503050406030204" pitchFamily="18" charset="0"/>
                  </a:rPr>
                  <a:t> </a:t>
                </a:r>
                <a:r>
                  <a:rPr lang="en-US" sz="1600" dirty="0" err="1">
                    <a:latin typeface="Cambria Math" panose="02040503050406030204" pitchFamily="18" charset="0"/>
                    <a:ea typeface="Cambria Math" panose="02040503050406030204" pitchFamily="18" charset="0"/>
                  </a:rPr>
                  <a:t>adveksi</a:t>
                </a:r>
                <a:r>
                  <a:rPr lang="en-US" sz="1600" dirty="0">
                    <a:latin typeface="Cambria Math" panose="02040503050406030204" pitchFamily="18" charset="0"/>
                    <a:ea typeface="Cambria Math" panose="02040503050406030204" pitchFamily="18" charset="0"/>
                  </a:rPr>
                  <a:t> (</a:t>
                </a:r>
                <a:r>
                  <a:rPr lang="en-US" sz="1600" dirty="0" err="1">
                    <a:latin typeface="Cambria Math" panose="02040503050406030204" pitchFamily="18" charset="0"/>
                    <a:ea typeface="Cambria Math" panose="02040503050406030204" pitchFamily="18" charset="0"/>
                  </a:rPr>
                  <a:t>konstan</a:t>
                </a:r>
                <a:r>
                  <a:rPr lang="en-US" sz="1600" dirty="0">
                    <a:latin typeface="Cambria Math" panose="02040503050406030204" pitchFamily="18" charset="0"/>
                    <a:ea typeface="Cambria Math" panose="02040503050406030204" pitchFamily="18" charset="0"/>
                  </a:rPr>
                  <a:t>)</a:t>
                </a:r>
              </a:p>
              <a:p>
                <a:pPr marL="228600" indent="-50800">
                  <a:spcBef>
                    <a:spcPts val="1200"/>
                  </a:spcBef>
                  <a:buSzPts val="2800"/>
                  <a:buNone/>
                </a:pPr>
                <a:r>
                  <a:rPr lang="en-US" sz="1600" dirty="0">
                    <a:latin typeface="Cambria Math" panose="02040503050406030204" pitchFamily="18" charset="0"/>
                    <a:ea typeface="Cambria Math" panose="02040503050406030204" pitchFamily="18" charset="0"/>
                  </a:rPr>
                  <a:t>x = variable </a:t>
                </a:r>
                <a:r>
                  <a:rPr lang="en-US" sz="1600" dirty="0" err="1">
                    <a:latin typeface="Cambria Math" panose="02040503050406030204" pitchFamily="18" charset="0"/>
                    <a:ea typeface="Cambria Math" panose="02040503050406030204" pitchFamily="18" charset="0"/>
                  </a:rPr>
                  <a:t>ruang</a:t>
                </a:r>
                <a:r>
                  <a:rPr lang="en-US" sz="1600" dirty="0">
                    <a:latin typeface="Cambria Math" panose="02040503050406030204" pitchFamily="18" charset="0"/>
                    <a:ea typeface="Cambria Math" panose="02040503050406030204" pitchFamily="18" charset="0"/>
                  </a:rPr>
                  <a:t> (</a:t>
                </a:r>
                <a:r>
                  <a:rPr lang="en-US" sz="1600" dirty="0" err="1">
                    <a:latin typeface="Cambria Math" panose="02040503050406030204" pitchFamily="18" charset="0"/>
                    <a:ea typeface="Cambria Math" panose="02040503050406030204" pitchFamily="18" charset="0"/>
                  </a:rPr>
                  <a:t>spasial</a:t>
                </a:r>
                <a:r>
                  <a:rPr lang="en-US" sz="1600" dirty="0">
                    <a:latin typeface="Cambria Math" panose="02040503050406030204" pitchFamily="18" charset="0"/>
                    <a:ea typeface="Cambria Math" panose="02040503050406030204" pitchFamily="18" charset="0"/>
                  </a:rPr>
                  <a:t>)</a:t>
                </a:r>
              </a:p>
              <a:p>
                <a:pPr marL="228600" indent="-50800">
                  <a:spcBef>
                    <a:spcPts val="1200"/>
                  </a:spcBef>
                  <a:buSzPts val="2800"/>
                  <a:buNone/>
                </a:pPr>
                <a:r>
                  <a:rPr lang="en-US" sz="1600" dirty="0">
                    <a:latin typeface="Cambria Math" panose="02040503050406030204" pitchFamily="18" charset="0"/>
                    <a:ea typeface="Cambria Math" panose="02040503050406030204" pitchFamily="18" charset="0"/>
                  </a:rPr>
                  <a:t>t = variable </a:t>
                </a:r>
                <a:r>
                  <a:rPr lang="en-US" sz="1600" dirty="0" err="1">
                    <a:latin typeface="Cambria Math" panose="02040503050406030204" pitchFamily="18" charset="0"/>
                    <a:ea typeface="Cambria Math" panose="02040503050406030204" pitchFamily="18" charset="0"/>
                  </a:rPr>
                  <a:t>waktu</a:t>
                </a:r>
                <a:endParaRPr sz="1600" dirty="0">
                  <a:latin typeface="Cambria Math" panose="02040503050406030204" pitchFamily="18" charset="0"/>
                  <a:ea typeface="Cambria Math" panose="02040503050406030204" pitchFamily="18" charset="0"/>
                </a:endParaRPr>
              </a:p>
            </p:txBody>
          </p:sp>
        </mc:Choice>
        <mc:Fallback xmlns="">
          <p:sp>
            <p:nvSpPr>
              <p:cNvPr id="135" name="Google Shape;135;p26"/>
              <p:cNvSpPr txBox="1">
                <a:spLocks noGrp="1" noRot="1" noChangeAspect="1" noMove="1" noResize="1" noEditPoints="1" noAdjustHandles="1" noChangeArrowheads="1" noChangeShapeType="1" noTextEdit="1"/>
              </p:cNvSpPr>
              <p:nvPr>
                <p:ph type="body" idx="1"/>
              </p:nvPr>
            </p:nvSpPr>
            <p:spPr>
              <a:xfrm>
                <a:off x="628650" y="1369219"/>
                <a:ext cx="7886700" cy="3263400"/>
              </a:xfrm>
              <a:prstGeom prst="rect">
                <a:avLst/>
              </a:prstGeom>
              <a:blipFill>
                <a:blip r:embed="rId3"/>
                <a:stretch>
                  <a:fillRect/>
                </a:stretch>
              </a:blipFill>
              <a:ln>
                <a:noFill/>
              </a:ln>
            </p:spPr>
            <p:txBody>
              <a:bodyPr/>
              <a:lstStyle/>
              <a:p>
                <a:r>
                  <a:rPr lang="en-ID">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0"/>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416B"/>
              </a:buClr>
              <a:buSzPts val="3200"/>
              <a:buFont typeface="Arial"/>
              <a:buNone/>
            </a:pPr>
            <a:r>
              <a:rPr lang="en"/>
              <a:t>Persamaan Adveksi 1 Dimensi</a:t>
            </a:r>
            <a:endParaRPr/>
          </a:p>
        </p:txBody>
      </p:sp>
      <mc:AlternateContent xmlns:mc="http://schemas.openxmlformats.org/markup-compatibility/2006" xmlns:a14="http://schemas.microsoft.com/office/drawing/2010/main">
        <mc:Choice Requires="a14">
          <p:sp>
            <p:nvSpPr>
              <p:cNvPr id="164" name="Google Shape;164;p30"/>
              <p:cNvSpPr txBox="1">
                <a:spLocks noGrp="1"/>
              </p:cNvSpPr>
              <p:nvPr>
                <p:ph type="body" idx="1"/>
              </p:nvPr>
            </p:nvSpPr>
            <p:spPr>
              <a:xfrm>
                <a:off x="628649" y="1263082"/>
                <a:ext cx="3943351" cy="1308667"/>
              </a:xfrm>
              <a:prstGeom prst="rect">
                <a:avLst/>
              </a:prstGeom>
              <a:noFill/>
              <a:ln>
                <a:noFill/>
              </a:ln>
            </p:spPr>
            <p:txBody>
              <a:bodyPr spcFirstLastPara="1" wrap="square" lIns="91425" tIns="45700" rIns="91425" bIns="45700" anchor="t" anchorCtr="0">
                <a:noAutofit/>
              </a:bodyPr>
              <a:lstStyle/>
              <a:p>
                <a:pPr marL="228600" indent="-50800">
                  <a:spcBef>
                    <a:spcPts val="1200"/>
                  </a:spcBef>
                  <a:buSzPts val="2800"/>
                  <a:buNone/>
                </a:pPr>
                <a14:m>
                  <m:oMath xmlns:m="http://schemas.openxmlformats.org/officeDocument/2006/math">
                    <m:f>
                      <m:fPr>
                        <m:ctrlPr>
                          <a:rPr lang="en-ID" sz="1600" i="1" smtClean="0">
                            <a:latin typeface="Cambria Math" panose="02040503050406030204" pitchFamily="18" charset="0"/>
                          </a:rPr>
                        </m:ctrlPr>
                      </m:fPr>
                      <m:num>
                        <m:r>
                          <a:rPr lang="en-ID" sz="1600" i="1">
                            <a:latin typeface="Cambria Math" panose="02040503050406030204" pitchFamily="18" charset="0"/>
                          </a:rPr>
                          <m:t>𝜕</m:t>
                        </m:r>
                        <m:r>
                          <a:rPr lang="en-ID" sz="1600" i="1">
                            <a:latin typeface="Cambria Math" panose="02040503050406030204" pitchFamily="18" charset="0"/>
                          </a:rPr>
                          <m:t>𝑢</m:t>
                        </m:r>
                      </m:num>
                      <m:den>
                        <m:r>
                          <a:rPr lang="en-ID" sz="1600" i="1">
                            <a:latin typeface="Cambria Math" panose="02040503050406030204" pitchFamily="18" charset="0"/>
                          </a:rPr>
                          <m:t>𝜕</m:t>
                        </m:r>
                        <m:r>
                          <a:rPr lang="en-ID" sz="1600" i="1">
                            <a:latin typeface="Cambria Math" panose="02040503050406030204" pitchFamily="18" charset="0"/>
                          </a:rPr>
                          <m:t>𝑡</m:t>
                        </m:r>
                      </m:den>
                    </m:f>
                  </m:oMath>
                </a14:m>
                <a:r>
                  <a:rPr lang="en-US" sz="1600" dirty="0"/>
                  <a:t> </a:t>
                </a:r>
              </a:p>
              <a:p>
                <a:pPr marL="228600" indent="-50800">
                  <a:spcBef>
                    <a:spcPts val="1200"/>
                  </a:spcBef>
                  <a:buSzPts val="2800"/>
                  <a:buNone/>
                </a:pPr>
                <a:r>
                  <a:rPr lang="en-US" sz="1600" dirty="0"/>
                  <a:t>- </a:t>
                </a:r>
                <a:r>
                  <a:rPr lang="en-US" sz="1600" dirty="0">
                    <a:latin typeface="Cambria Math" panose="02040503050406030204" pitchFamily="18" charset="0"/>
                    <a:ea typeface="Cambria Math" panose="02040503050406030204" pitchFamily="18" charset="0"/>
                  </a:rPr>
                  <a:t>Forward Difference</a:t>
                </a:r>
              </a:p>
              <a:p>
                <a:pPr marL="228600" indent="-50800">
                  <a:spcBef>
                    <a:spcPts val="1200"/>
                  </a:spcBef>
                  <a:buSzPts val="2800"/>
                  <a:buNone/>
                </a:pPr>
                <a14:m>
                  <m:oMath xmlns:m="http://schemas.openxmlformats.org/officeDocument/2006/math">
                    <m:f>
                      <m:fPr>
                        <m:ctrlPr>
                          <a:rPr lang="en-ID" sz="1600" i="1">
                            <a:latin typeface="Cambria Math" panose="02040503050406030204" pitchFamily="18" charset="0"/>
                          </a:rPr>
                        </m:ctrlPr>
                      </m:fPr>
                      <m:num>
                        <m:r>
                          <a:rPr lang="en-ID" sz="1600" i="1">
                            <a:latin typeface="Cambria Math" panose="02040503050406030204" pitchFamily="18" charset="0"/>
                          </a:rPr>
                          <m:t>𝜕</m:t>
                        </m:r>
                        <m:r>
                          <a:rPr lang="en-ID" sz="1600" i="1">
                            <a:latin typeface="Cambria Math" panose="02040503050406030204" pitchFamily="18" charset="0"/>
                          </a:rPr>
                          <m:t>𝑢</m:t>
                        </m:r>
                      </m:num>
                      <m:den>
                        <m:r>
                          <a:rPr lang="en-ID" sz="1600" i="1">
                            <a:latin typeface="Cambria Math" panose="02040503050406030204" pitchFamily="18" charset="0"/>
                          </a:rPr>
                          <m:t>𝜕</m:t>
                        </m:r>
                        <m:r>
                          <a:rPr lang="en-ID" sz="1600" i="1">
                            <a:latin typeface="Cambria Math" panose="02040503050406030204" pitchFamily="18" charset="0"/>
                          </a:rPr>
                          <m:t>𝑡</m:t>
                        </m:r>
                      </m:den>
                    </m:f>
                    <m:r>
                      <a:rPr lang="en-US" sz="1600" b="0" i="1" smtClean="0">
                        <a:latin typeface="Cambria Math" panose="02040503050406030204" pitchFamily="18" charset="0"/>
                      </a:rPr>
                      <m:t> </m:t>
                    </m:r>
                    <m:r>
                      <a:rPr lang="en-US" sz="1600" i="1">
                        <a:latin typeface="Cambria Math" panose="02040503050406030204" pitchFamily="18" charset="0"/>
                      </a:rPr>
                      <m:t>≈</m:t>
                    </m:r>
                    <m:f>
                      <m:fPr>
                        <m:ctrlPr>
                          <a:rPr lang="en-ID" sz="1600" i="1">
                            <a:latin typeface="Cambria Math" panose="02040503050406030204" pitchFamily="18" charset="0"/>
                          </a:rPr>
                        </m:ctrlPr>
                      </m:fPr>
                      <m:num>
                        <m:sSub>
                          <m:sSubPr>
                            <m:ctrlPr>
                              <a:rPr lang="en-ID" sz="1600" i="1" smtClean="0">
                                <a:latin typeface="Cambria Math" panose="02040503050406030204" pitchFamily="18" charset="0"/>
                              </a:rPr>
                            </m:ctrlPr>
                          </m:sSubPr>
                          <m:e>
                            <m:r>
                              <a:rPr lang="en-US" sz="1600" b="0" i="1" smtClean="0">
                                <a:latin typeface="Cambria Math" panose="02040503050406030204" pitchFamily="18" charset="0"/>
                              </a:rPr>
                              <m:t>𝑢</m:t>
                            </m:r>
                          </m:e>
                          <m:sub>
                            <m:r>
                              <a:rPr lang="en-US" sz="1600" b="0" i="1" smtClean="0">
                                <a:latin typeface="Cambria Math" panose="02040503050406030204" pitchFamily="18" charset="0"/>
                              </a:rPr>
                              <m:t>𝑡</m:t>
                            </m:r>
                            <m:r>
                              <a:rPr lang="en-US" sz="1600" b="0" i="1" smtClean="0">
                                <a:latin typeface="Cambria Math" panose="02040503050406030204" pitchFamily="18" charset="0"/>
                              </a:rPr>
                              <m:t>+1</m:t>
                            </m:r>
                          </m:sub>
                        </m:sSub>
                        <m:r>
                          <a:rPr lang="en-US" sz="1600" b="0" i="1" smtClean="0">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𝑡</m:t>
                            </m:r>
                          </m:sub>
                        </m:sSub>
                      </m:num>
                      <m:den>
                        <m:r>
                          <a:rPr lang="en-ID" sz="1600" i="1" smtClean="0">
                            <a:latin typeface="Cambria Math" panose="02040503050406030204" pitchFamily="18" charset="0"/>
                            <a:ea typeface="Cambria Math" panose="02040503050406030204" pitchFamily="18" charset="0"/>
                          </a:rPr>
                          <m:t>∆</m:t>
                        </m:r>
                        <m:r>
                          <a:rPr lang="en-ID" sz="1600" i="1">
                            <a:latin typeface="Cambria Math" panose="02040503050406030204" pitchFamily="18" charset="0"/>
                          </a:rPr>
                          <m:t>𝑡</m:t>
                        </m:r>
                      </m:den>
                    </m:f>
                    <m:r>
                      <a:rPr lang="en-US" sz="1600" b="0" i="1" smtClean="0">
                        <a:latin typeface="Cambria Math" panose="02040503050406030204" pitchFamily="18" charset="0"/>
                      </a:rPr>
                      <m:t> </m:t>
                    </m:r>
                  </m:oMath>
                </a14:m>
                <a:r>
                  <a:rPr lang="en-US" sz="1600" dirty="0"/>
                  <a:t> </a:t>
                </a:r>
              </a:p>
            </p:txBody>
          </p:sp>
        </mc:Choice>
        <mc:Fallback xmlns="">
          <p:sp>
            <p:nvSpPr>
              <p:cNvPr id="164" name="Google Shape;164;p30"/>
              <p:cNvSpPr txBox="1">
                <a:spLocks noGrp="1" noRot="1" noChangeAspect="1" noMove="1" noResize="1" noEditPoints="1" noAdjustHandles="1" noChangeArrowheads="1" noChangeShapeType="1" noTextEdit="1"/>
              </p:cNvSpPr>
              <p:nvPr>
                <p:ph type="body" idx="1"/>
              </p:nvPr>
            </p:nvSpPr>
            <p:spPr>
              <a:xfrm>
                <a:off x="628649" y="1263082"/>
                <a:ext cx="3943351" cy="1308667"/>
              </a:xfrm>
              <a:prstGeom prst="rect">
                <a:avLst/>
              </a:prstGeom>
              <a:blipFill>
                <a:blip r:embed="rId3"/>
                <a:stretch>
                  <a:fillRect b="-9302"/>
                </a:stretch>
              </a:blipFill>
              <a:ln>
                <a:noFill/>
              </a:ln>
            </p:spPr>
            <p:txBody>
              <a:bodyPr/>
              <a:lstStyle/>
              <a:p>
                <a:r>
                  <a:rPr lang="en-ID">
                    <a:noFill/>
                  </a:rPr>
                  <a:t> </a:t>
                </a:r>
              </a:p>
            </p:txBody>
          </p:sp>
        </mc:Fallback>
      </mc:AlternateContent>
      <mc:AlternateContent xmlns:mc="http://schemas.openxmlformats.org/markup-compatibility/2006">
        <mc:Choice xmlns:a14="http://schemas.microsoft.com/office/drawing/2010/main" Requires="a14">
          <p:sp>
            <p:nvSpPr>
              <p:cNvPr id="2" name="Google Shape;164;p30">
                <a:extLst>
                  <a:ext uri="{FF2B5EF4-FFF2-40B4-BE49-F238E27FC236}">
                    <a16:creationId xmlns:a16="http://schemas.microsoft.com/office/drawing/2014/main" id="{140B1863-56DC-FE69-3974-F9E8947A91B1}"/>
                  </a:ext>
                </a:extLst>
              </p:cNvPr>
              <p:cNvSpPr txBox="1">
                <a:spLocks/>
              </p:cNvSpPr>
              <p:nvPr/>
            </p:nvSpPr>
            <p:spPr>
              <a:xfrm>
                <a:off x="4572000" y="1263083"/>
                <a:ext cx="3943350" cy="130866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spcBef>
                    <a:spcPts val="1200"/>
                  </a:spcBef>
                  <a:buSzPts val="2800"/>
                  <a:buFont typeface="Arial"/>
                  <a:buNone/>
                </a:pPr>
                <a14:m>
                  <m:oMath xmlns:m="http://schemas.openxmlformats.org/officeDocument/2006/math">
                    <m:f>
                      <m:fPr>
                        <m:ctrlPr>
                          <a:rPr lang="en-ID" sz="1600" i="1" smtClean="0">
                            <a:latin typeface="Cambria Math" panose="02040503050406030204" pitchFamily="18" charset="0"/>
                          </a:rPr>
                        </m:ctrlPr>
                      </m:fPr>
                      <m:num>
                        <m:r>
                          <a:rPr lang="en-ID" sz="1600" i="1">
                            <a:latin typeface="Cambria Math" panose="02040503050406030204" pitchFamily="18" charset="0"/>
                          </a:rPr>
                          <m:t>𝜕</m:t>
                        </m:r>
                        <m:r>
                          <a:rPr lang="en-ID" sz="1600" i="1">
                            <a:latin typeface="Cambria Math" panose="02040503050406030204" pitchFamily="18" charset="0"/>
                          </a:rPr>
                          <m:t>𝑢</m:t>
                        </m:r>
                      </m:num>
                      <m:den>
                        <m:r>
                          <a:rPr lang="en-ID" sz="1600" i="1">
                            <a:latin typeface="Cambria Math" panose="02040503050406030204" pitchFamily="18" charset="0"/>
                          </a:rPr>
                          <m:t>𝜕</m:t>
                        </m:r>
                        <m:r>
                          <a:rPr lang="en-ID" sz="1600" i="1">
                            <a:latin typeface="Cambria Math" panose="02040503050406030204" pitchFamily="18" charset="0"/>
                          </a:rPr>
                          <m:t>𝑥</m:t>
                        </m:r>
                      </m:den>
                    </m:f>
                  </m:oMath>
                </a14:m>
                <a:r>
                  <a:rPr lang="en-US" sz="1600" dirty="0"/>
                  <a:t> </a:t>
                </a:r>
              </a:p>
              <a:p>
                <a:pPr marL="228600" indent="-50800">
                  <a:spcBef>
                    <a:spcPts val="1200"/>
                  </a:spcBef>
                  <a:buSzPts val="2800"/>
                  <a:buFont typeface="Arial"/>
                  <a:buNone/>
                </a:pPr>
                <a:r>
                  <a:rPr lang="en-US" sz="1600" dirty="0">
                    <a:latin typeface="Cambria Math" panose="02040503050406030204" pitchFamily="18" charset="0"/>
                    <a:ea typeface="Cambria Math" panose="02040503050406030204" pitchFamily="18" charset="0"/>
                  </a:rPr>
                  <a:t>- Backward Difference</a:t>
                </a:r>
              </a:p>
              <a:p>
                <a:pPr marL="228600" indent="-50800">
                  <a:spcBef>
                    <a:spcPts val="1200"/>
                  </a:spcBef>
                  <a:buSzPts val="2800"/>
                  <a:buNone/>
                </a:pPr>
                <a14:m>
                  <m:oMath xmlns:m="http://schemas.openxmlformats.org/officeDocument/2006/math">
                    <m:f>
                      <m:fPr>
                        <m:ctrlPr>
                          <a:rPr lang="en-ID" sz="1600" i="1">
                            <a:latin typeface="Cambria Math" panose="02040503050406030204" pitchFamily="18" charset="0"/>
                          </a:rPr>
                        </m:ctrlPr>
                      </m:fPr>
                      <m:num>
                        <m:r>
                          <a:rPr lang="en-ID" sz="1600" i="1">
                            <a:latin typeface="Cambria Math" panose="02040503050406030204" pitchFamily="18" charset="0"/>
                          </a:rPr>
                          <m:t>𝜕</m:t>
                        </m:r>
                        <m:r>
                          <a:rPr lang="en-ID" sz="1600" i="1">
                            <a:latin typeface="Cambria Math" panose="02040503050406030204" pitchFamily="18" charset="0"/>
                          </a:rPr>
                          <m:t>𝑢</m:t>
                        </m:r>
                      </m:num>
                      <m:den>
                        <m:r>
                          <a:rPr lang="en-ID" sz="1600" i="1">
                            <a:latin typeface="Cambria Math" panose="02040503050406030204" pitchFamily="18" charset="0"/>
                          </a:rPr>
                          <m:t>𝜕</m:t>
                        </m:r>
                        <m:r>
                          <a:rPr lang="en-US" sz="1600" b="0" i="1" smtClean="0">
                            <a:latin typeface="Cambria Math" panose="02040503050406030204" pitchFamily="18" charset="0"/>
                          </a:rPr>
                          <m:t>𝑥</m:t>
                        </m:r>
                      </m:den>
                    </m:f>
                    <m:r>
                      <a:rPr lang="en-US" sz="1600" i="1">
                        <a:latin typeface="Cambria Math" panose="02040503050406030204" pitchFamily="18" charset="0"/>
                      </a:rPr>
                      <m:t> ≈</m:t>
                    </m:r>
                    <m:f>
                      <m:fPr>
                        <m:ctrlPr>
                          <a:rPr lang="en-ID" sz="1600" i="1">
                            <a:latin typeface="Cambria Math" panose="02040503050406030204" pitchFamily="18" charset="0"/>
                          </a:rPr>
                        </m:ctrlPr>
                      </m:fPr>
                      <m:num>
                        <m:sSub>
                          <m:sSubPr>
                            <m:ctrlPr>
                              <a:rPr lang="en-ID" sz="1600" i="1" smtClean="0">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b="0" i="1" smtClean="0">
                                <a:latin typeface="Cambria Math" panose="02040503050406030204" pitchFamily="18" charset="0"/>
                              </a:rPr>
                              <m:t>−1</m:t>
                            </m:r>
                          </m:sub>
                        </m:sSub>
                      </m:num>
                      <m:den>
                        <m:r>
                          <a:rPr lang="en-ID"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den>
                    </m:f>
                    <m:r>
                      <a:rPr lang="en-US" sz="1600" b="0" i="1" smtClean="0">
                        <a:latin typeface="Cambria Math" panose="02040503050406030204" pitchFamily="18" charset="0"/>
                      </a:rPr>
                      <m:t> </m:t>
                    </m:r>
                  </m:oMath>
                </a14:m>
                <a:r>
                  <a:rPr lang="en-US" sz="1600" dirty="0"/>
                  <a:t> </a:t>
                </a:r>
              </a:p>
            </p:txBody>
          </p:sp>
        </mc:Choice>
        <mc:Fallback>
          <p:sp>
            <p:nvSpPr>
              <p:cNvPr id="2" name="Google Shape;164;p30">
                <a:extLst>
                  <a:ext uri="{FF2B5EF4-FFF2-40B4-BE49-F238E27FC236}">
                    <a16:creationId xmlns:a16="http://schemas.microsoft.com/office/drawing/2014/main" id="{140B1863-56DC-FE69-3974-F9E8947A91B1}"/>
                  </a:ext>
                </a:extLst>
              </p:cNvPr>
              <p:cNvSpPr txBox="1">
                <a:spLocks noRot="1" noChangeAspect="1" noMove="1" noResize="1" noEditPoints="1" noAdjustHandles="1" noChangeArrowheads="1" noChangeShapeType="1" noTextEdit="1"/>
              </p:cNvSpPr>
              <p:nvPr/>
            </p:nvSpPr>
            <p:spPr>
              <a:xfrm>
                <a:off x="4572000" y="1263083"/>
                <a:ext cx="3943350" cy="1308667"/>
              </a:xfrm>
              <a:prstGeom prst="rect">
                <a:avLst/>
              </a:prstGeom>
              <a:blipFill>
                <a:blip r:embed="rId4"/>
                <a:stretch>
                  <a:fillRect b="-9302"/>
                </a:stretch>
              </a:blipFill>
              <a:ln>
                <a:noFill/>
              </a:ln>
            </p:spPr>
            <p:txBody>
              <a:bodyPr/>
              <a:lstStyle/>
              <a:p>
                <a:r>
                  <a:rPr lang="en-ID">
                    <a:noFill/>
                  </a:rPr>
                  <a:t> </a:t>
                </a:r>
              </a:p>
            </p:txBody>
          </p:sp>
        </mc:Fallback>
      </mc:AlternateContent>
      <mc:AlternateContent xmlns:mc="http://schemas.openxmlformats.org/markup-compatibility/2006">
        <mc:Choice xmlns:a14="http://schemas.microsoft.com/office/drawing/2010/main" Requires="a14">
          <p:sp>
            <p:nvSpPr>
              <p:cNvPr id="3" name="Google Shape;164;p30">
                <a:extLst>
                  <a:ext uri="{FF2B5EF4-FFF2-40B4-BE49-F238E27FC236}">
                    <a16:creationId xmlns:a16="http://schemas.microsoft.com/office/drawing/2014/main" id="{DAA46CCA-0756-327A-5A5B-C35CEB407F9D}"/>
                  </a:ext>
                </a:extLst>
              </p:cNvPr>
              <p:cNvSpPr txBox="1">
                <a:spLocks/>
              </p:cNvSpPr>
              <p:nvPr/>
            </p:nvSpPr>
            <p:spPr>
              <a:xfrm>
                <a:off x="628650" y="2779061"/>
                <a:ext cx="7886700" cy="19022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spcBef>
                    <a:spcPts val="1200"/>
                  </a:spcBef>
                  <a:buSzPts val="2800"/>
                  <a:buNone/>
                </a:pPr>
                <a14:m>
                  <m:oMath xmlns:m="http://schemas.openxmlformats.org/officeDocument/2006/math">
                    <m:r>
                      <a:rPr lang="en-US" sz="1600" b="0" i="1" smtClean="0">
                        <a:latin typeface="Cambria Math" panose="02040503050406030204" pitchFamily="18" charset="0"/>
                      </a:rPr>
                      <m:t>𝑠𝑢𝑏𝑠𝑡𝑖𝑡𝑢𝑠𝑖</m:t>
                    </m:r>
                    <m:r>
                      <a:rPr lang="en-US" sz="1600" b="0" i="1" smtClean="0">
                        <a:latin typeface="Cambria Math" panose="02040503050406030204" pitchFamily="18" charset="0"/>
                      </a:rPr>
                      <m:t> </m:t>
                    </m:r>
                    <m:r>
                      <a:rPr lang="en-US" sz="1600" b="0" i="1" smtClean="0">
                        <a:latin typeface="Cambria Math" panose="02040503050406030204" pitchFamily="18" charset="0"/>
                      </a:rPr>
                      <m:t>𝑚𝑒𝑛𝑗𝑎𝑑𝑖</m:t>
                    </m:r>
                    <m:r>
                      <a:rPr lang="en-US" sz="1600" b="0" i="1" smtClean="0">
                        <a:latin typeface="Cambria Math" panose="02040503050406030204" pitchFamily="18" charset="0"/>
                      </a:rPr>
                      <m:t> </m:t>
                    </m:r>
                  </m:oMath>
                </a14:m>
                <a:r>
                  <a:rPr lang="en-US" sz="1600" b="0" i="1" dirty="0">
                    <a:latin typeface="Cambria Math" panose="02040503050406030204" pitchFamily="18" charset="0"/>
                  </a:rPr>
                  <a:t>		</a:t>
                </a:r>
                <a:r>
                  <a:rPr lang="en-US" sz="1600" dirty="0" err="1">
                    <a:latin typeface="Cambria Math" panose="02040503050406030204" pitchFamily="18" charset="0"/>
                    <a:ea typeface="Cambria Math" panose="02040503050406030204" pitchFamily="18" charset="0"/>
                  </a:rPr>
                  <a:t>syarat</a:t>
                </a:r>
                <a:r>
                  <a:rPr lang="en-US" sz="1600" dirty="0">
                    <a:latin typeface="Cambria Math" panose="02040503050406030204" pitchFamily="18" charset="0"/>
                    <a:ea typeface="Cambria Math" panose="02040503050406030204" pitchFamily="18" charset="0"/>
                  </a:rPr>
                  <a:t> (Courant-Friedrichs-Lewy );</a:t>
                </a:r>
                <a:endParaRPr lang="en-US" sz="1600" b="0" i="1" dirty="0">
                  <a:latin typeface="Cambria Math" panose="02040503050406030204" pitchFamily="18" charset="0"/>
                </a:endParaRPr>
              </a:p>
              <a:p>
                <a:pPr marL="228600" indent="-50800">
                  <a:spcBef>
                    <a:spcPts val="1200"/>
                  </a:spcBef>
                  <a:buSzPts val="2800"/>
                  <a:buNone/>
                </a:pPr>
                <a14:m>
                  <m:oMath xmlns:m="http://schemas.openxmlformats.org/officeDocument/2006/math">
                    <m:f>
                      <m:fPr>
                        <m:ctrlPr>
                          <a:rPr lang="en-ID" sz="1600" i="1">
                            <a:latin typeface="Cambria Math" panose="02040503050406030204" pitchFamily="18" charset="0"/>
                          </a:rPr>
                        </m:ctrlPr>
                      </m:fPr>
                      <m:num>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𝑡</m:t>
                            </m:r>
                          </m:sub>
                        </m:sSub>
                      </m:num>
                      <m:den>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rPr>
                          <m:t>𝑡</m:t>
                        </m:r>
                      </m:den>
                    </m:f>
                    <m:r>
                      <a:rPr lang="en-US" sz="1600" b="0" i="1" smtClean="0">
                        <a:latin typeface="Cambria Math" panose="02040503050406030204" pitchFamily="18" charset="0"/>
                      </a:rPr>
                      <m:t>=−</m:t>
                    </m:r>
                    <m:r>
                      <a:rPr lang="en-US" sz="1600" b="0" i="1" smtClean="0">
                        <a:latin typeface="Cambria Math" panose="02040503050406030204" pitchFamily="18" charset="0"/>
                      </a:rPr>
                      <m:t>𝑣</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 </m:t>
                        </m:r>
                        <m:f>
                          <m:fPr>
                            <m:ctrlPr>
                              <a:rPr lang="en-ID" sz="1600" i="1">
                                <a:latin typeface="Cambria Math" panose="02040503050406030204" pitchFamily="18" charset="0"/>
                              </a:rPr>
                            </m:ctrlPr>
                          </m:fPr>
                          <m:num>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b="0" i="1" smtClean="0">
                                    <a:latin typeface="Cambria Math" panose="02040503050406030204" pitchFamily="18" charset="0"/>
                                  </a:rPr>
                                  <m:t>−1</m:t>
                                </m:r>
                              </m:sub>
                            </m:sSub>
                          </m:num>
                          <m:den>
                            <m:r>
                              <a:rPr lang="en-ID"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den>
                        </m:f>
                        <m:r>
                          <a:rPr lang="en-US" sz="1600" b="0" i="1" smtClean="0">
                            <a:latin typeface="Cambria Math" panose="02040503050406030204" pitchFamily="18" charset="0"/>
                          </a:rPr>
                          <m:t> </m:t>
                        </m:r>
                      </m:e>
                    </m:d>
                  </m:oMath>
                </a14:m>
                <a:r>
                  <a:rPr lang="en-US" sz="1600" b="0" dirty="0"/>
                  <a:t> 		</a:t>
                </a:r>
                <a:r>
                  <a:rPr lang="en-US" sz="1600" dirty="0"/>
                  <a:t> </a:t>
                </a:r>
                <a14:m>
                  <m:oMath xmlns:m="http://schemas.openxmlformats.org/officeDocument/2006/math">
                    <m:r>
                      <a:rPr lang="en-US" sz="1600" i="1">
                        <a:latin typeface="Cambria Math" panose="02040503050406030204" pitchFamily="18" charset="0"/>
                      </a:rPr>
                      <m:t>0</m:t>
                    </m:r>
                    <m:r>
                      <a:rPr lang="en-US" sz="1600" i="1">
                        <a:latin typeface="Cambria Math" panose="02040503050406030204" pitchFamily="18" charset="0"/>
                        <a:ea typeface="Cambria Math" panose="02040503050406030204" pitchFamily="18" charset="0"/>
                      </a:rPr>
                      <m:t>&lt;</m:t>
                    </m:r>
                    <m:r>
                      <a:rPr lang="en-US" sz="1600" i="1">
                        <a:latin typeface="Cambria Math" panose="02040503050406030204" pitchFamily="18" charset="0"/>
                      </a:rPr>
                      <m:t>𝑣</m:t>
                    </m:r>
                  </m:oMath>
                </a14:m>
                <a:r>
                  <a:rPr lang="en-US" sz="1600" b="0" dirty="0"/>
                  <a:t> </a:t>
                </a:r>
                <a14:m>
                  <m:oMath xmlns:m="http://schemas.openxmlformats.org/officeDocument/2006/math">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m:rPr>
                            <m:sty m:val="p"/>
                          </m:rPr>
                          <a:rPr lang="el-GR" sz="1600" b="0" i="0" smtClean="0">
                            <a:latin typeface="Cambria Math" panose="02040503050406030204" pitchFamily="18" charset="0"/>
                            <a:ea typeface="Cambria Math" panose="02040503050406030204" pitchFamily="18" charset="0"/>
                          </a:rPr>
                          <m:t>Δ</m:t>
                        </m:r>
                        <m:r>
                          <a:rPr lang="en-US" sz="1600" b="0" i="1" smtClean="0">
                            <a:latin typeface="Cambria Math" panose="02040503050406030204" pitchFamily="18" charset="0"/>
                            <a:ea typeface="Cambria Math" panose="02040503050406030204" pitchFamily="18" charset="0"/>
                          </a:rPr>
                          <m:t>𝑦</m:t>
                        </m:r>
                      </m:num>
                      <m:den>
                        <m:r>
                          <m:rPr>
                            <m:sty m:val="p"/>
                          </m:rPr>
                          <a:rPr lang="el-GR" sz="1600" b="0" i="0" smtClean="0">
                            <a:latin typeface="Cambria Math" panose="02040503050406030204" pitchFamily="18" charset="0"/>
                            <a:ea typeface="Cambria Math" panose="02040503050406030204" pitchFamily="18" charset="0"/>
                          </a:rPr>
                          <m:t>Δ</m:t>
                        </m:r>
                        <m:r>
                          <a:rPr lang="en-US" sz="1600" b="0" i="1" smtClean="0">
                            <a:latin typeface="Cambria Math" panose="02040503050406030204" pitchFamily="18" charset="0"/>
                            <a:ea typeface="Cambria Math" panose="02040503050406030204" pitchFamily="18" charset="0"/>
                          </a:rPr>
                          <m:t>𝑡</m:t>
                        </m:r>
                      </m:den>
                    </m:f>
                  </m:oMath>
                </a14:m>
                <a:r>
                  <a:rPr lang="en-US" sz="1600" b="0" dirty="0"/>
                  <a:t> </a:t>
                </a:r>
              </a:p>
              <a:p>
                <a:pPr marL="228600" indent="-50800">
                  <a:spcBef>
                    <a:spcPts val="1200"/>
                  </a:spcBef>
                  <a:buSzPts val="2800"/>
                  <a:buNone/>
                </a:pPr>
                <a14:m>
                  <m:oMath xmlns:m="http://schemas.openxmlformats.org/officeDocument/2006/math">
                    <m:sSub>
                      <m:sSubPr>
                        <m:ctrlPr>
                          <a:rPr lang="en-ID" sz="1600" i="1" smtClean="0">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𝑡</m:t>
                        </m:r>
                      </m:sub>
                    </m:sSub>
                    <m:r>
                      <a:rPr lang="en-US" sz="1600" i="1" smtClean="0">
                        <a:latin typeface="Cambria Math" panose="02040503050406030204" pitchFamily="18" charset="0"/>
                      </a:rPr>
                      <m:t>=</m:t>
                    </m:r>
                    <m:r>
                      <a:rPr lang="en-US" sz="1600" i="1">
                        <a:latin typeface="Cambria Math" panose="02040503050406030204" pitchFamily="18" charset="0"/>
                      </a:rPr>
                      <m:t>−</m:t>
                    </m:r>
                    <m:r>
                      <a:rPr lang="en-US" sz="1600" i="1">
                        <a:latin typeface="Cambria Math" panose="02040503050406030204" pitchFamily="18" charset="0"/>
                      </a:rPr>
                      <m:t>𝑣</m:t>
                    </m:r>
                    <m:f>
                      <m:fPr>
                        <m:ctrlPr>
                          <a:rPr lang="en-ID" sz="1600" i="1">
                            <a:latin typeface="Cambria Math" panose="02040503050406030204" pitchFamily="18" charset="0"/>
                          </a:rPr>
                        </m:ctrlPr>
                      </m:fPr>
                      <m:num>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rPr>
                          <m:t>𝑡</m:t>
                        </m:r>
                      </m:num>
                      <m:den>
                        <m:r>
                          <a:rPr lang="en-ID"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den>
                    </m:f>
                    <m:r>
                      <a:rPr lang="en-US" sz="1600" b="0" i="1" smtClean="0">
                        <a:latin typeface="Cambria Math" panose="02040503050406030204" pitchFamily="18" charset="0"/>
                        <a:ea typeface="Cambria Math" panose="02040503050406030204" pitchFamily="18" charset="0"/>
                      </a:rPr>
                      <m:t> </m:t>
                    </m:r>
                    <m:r>
                      <a:rPr lang="en-US" sz="1600" i="1">
                        <a:latin typeface="Cambria Math" panose="02040503050406030204" pitchFamily="18" charset="0"/>
                      </a:rPr>
                      <m:t> </m:t>
                    </m:r>
                    <m:d>
                      <m:dPr>
                        <m:ctrlPr>
                          <a:rPr lang="en-US" sz="1600" b="0" i="1" smtClean="0">
                            <a:latin typeface="Cambria Math" panose="02040503050406030204" pitchFamily="18" charset="0"/>
                            <a:ea typeface="Cambria Math" panose="02040503050406030204" pitchFamily="18" charset="0"/>
                          </a:rPr>
                        </m:ctrlPr>
                      </m:dPr>
                      <m:e>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smtClean="0">
                                <a:latin typeface="Cambria Math" panose="02040503050406030204" pitchFamily="18" charset="0"/>
                              </a:rPr>
                              <m:t>𝑖</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b="0" i="1" smtClean="0">
                                <a:latin typeface="Cambria Math" panose="02040503050406030204" pitchFamily="18" charset="0"/>
                              </a:rPr>
                              <m:t>−1</m:t>
                            </m:r>
                          </m:sub>
                        </m:sSub>
                      </m:e>
                    </m:d>
                    <m:r>
                      <a:rPr lang="en-US" sz="1600" b="0" i="1" smtClean="0">
                        <a:latin typeface="Cambria Math" panose="02040503050406030204" pitchFamily="18" charset="0"/>
                      </a:rPr>
                      <m:t> </m:t>
                    </m:r>
                  </m:oMath>
                </a14:m>
                <a:r>
                  <a:rPr lang="en-US" sz="1600" dirty="0"/>
                  <a:t> 	</a:t>
                </a:r>
              </a:p>
              <a:p>
                <a:pPr marL="228600" indent="-50800">
                  <a:spcBef>
                    <a:spcPts val="1200"/>
                  </a:spcBef>
                  <a:buSzPts val="2800"/>
                  <a:buNone/>
                </a:pPr>
                <a14:m>
                  <m:oMath xmlns:m="http://schemas.openxmlformats.org/officeDocument/2006/math">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𝑡</m:t>
                        </m:r>
                      </m:sub>
                    </m:sSub>
                    <m:r>
                      <a:rPr lang="en-US" sz="1600" i="1">
                        <a:latin typeface="Cambria Math" panose="02040503050406030204" pitchFamily="18" charset="0"/>
                      </a:rPr>
                      <m:t>−</m:t>
                    </m:r>
                    <m:r>
                      <a:rPr lang="en-US" sz="1600" i="1">
                        <a:latin typeface="Cambria Math" panose="02040503050406030204" pitchFamily="18" charset="0"/>
                      </a:rPr>
                      <m:t>𝑣</m:t>
                    </m:r>
                    <m:f>
                      <m:fPr>
                        <m:ctrlPr>
                          <a:rPr lang="en-ID" sz="1600" i="1">
                            <a:latin typeface="Cambria Math" panose="02040503050406030204" pitchFamily="18" charset="0"/>
                          </a:rPr>
                        </m:ctrlPr>
                      </m:fPr>
                      <m:num>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rPr>
                          <m:t>𝑡</m:t>
                        </m:r>
                      </m:num>
                      <m:den>
                        <m:r>
                          <a:rPr lang="en-ID"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den>
                    </m:f>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rPr>
                      <m:t> </m:t>
                    </m:r>
                    <m:d>
                      <m:dPr>
                        <m:ctrlPr>
                          <a:rPr lang="en-US" sz="1600" i="1">
                            <a:latin typeface="Cambria Math" panose="02040503050406030204" pitchFamily="18" charset="0"/>
                            <a:ea typeface="Cambria Math" panose="02040503050406030204" pitchFamily="18" charset="0"/>
                          </a:rPr>
                        </m:ctrlPr>
                      </m:dPr>
                      <m:e>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b="0" i="1" smtClean="0">
                                <a:latin typeface="Cambria Math" panose="02040503050406030204" pitchFamily="18" charset="0"/>
                              </a:rPr>
                              <m:t>−1</m:t>
                            </m:r>
                          </m:sub>
                        </m:sSub>
                      </m:e>
                    </m:d>
                  </m:oMath>
                </a14:m>
                <a:r>
                  <a:rPr lang="en-US" sz="1600" dirty="0"/>
                  <a:t> </a:t>
                </a:r>
              </a:p>
              <a:p>
                <a:pPr marL="228600" indent="-50800">
                  <a:spcBef>
                    <a:spcPts val="1200"/>
                  </a:spcBef>
                  <a:buSzPts val="2800"/>
                  <a:buNone/>
                </a:pPr>
                <a:r>
                  <a:rPr lang="en-US" sz="1600" dirty="0"/>
                  <a:t> </a:t>
                </a:r>
              </a:p>
              <a:p>
                <a:pPr marL="228600" indent="-50800">
                  <a:spcBef>
                    <a:spcPts val="1200"/>
                  </a:spcBef>
                  <a:buSzPts val="2800"/>
                  <a:buNone/>
                </a:pPr>
                <a:endParaRPr lang="en-US" sz="1600" dirty="0"/>
              </a:p>
            </p:txBody>
          </p:sp>
        </mc:Choice>
        <mc:Fallback>
          <p:sp>
            <p:nvSpPr>
              <p:cNvPr id="3" name="Google Shape;164;p30">
                <a:extLst>
                  <a:ext uri="{FF2B5EF4-FFF2-40B4-BE49-F238E27FC236}">
                    <a16:creationId xmlns:a16="http://schemas.microsoft.com/office/drawing/2014/main" id="{DAA46CCA-0756-327A-5A5B-C35CEB407F9D}"/>
                  </a:ext>
                </a:extLst>
              </p:cNvPr>
              <p:cNvSpPr txBox="1">
                <a:spLocks noRot="1" noChangeAspect="1" noMove="1" noResize="1" noEditPoints="1" noAdjustHandles="1" noChangeArrowheads="1" noChangeShapeType="1" noTextEdit="1"/>
              </p:cNvSpPr>
              <p:nvPr/>
            </p:nvSpPr>
            <p:spPr>
              <a:xfrm>
                <a:off x="628650" y="2779061"/>
                <a:ext cx="7886700" cy="1902280"/>
              </a:xfrm>
              <a:prstGeom prst="rect">
                <a:avLst/>
              </a:prstGeom>
              <a:blipFill>
                <a:blip r:embed="rId5"/>
                <a:stretch>
                  <a:fillRect/>
                </a:stretch>
              </a:blipFill>
              <a:ln>
                <a:noFill/>
              </a:ln>
            </p:spPr>
            <p:txBody>
              <a:bodyPr/>
              <a:lstStyle/>
              <a:p>
                <a:r>
                  <a:rPr lang="en-ID">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97B39EF5-00E0-6C89-A03D-C36BB5D49569}"/>
            </a:ext>
          </a:extLst>
        </p:cNvPr>
        <p:cNvGrpSpPr/>
        <p:nvPr/>
      </p:nvGrpSpPr>
      <p:grpSpPr>
        <a:xfrm>
          <a:off x="0" y="0"/>
          <a:ext cx="0" cy="0"/>
          <a:chOff x="0" y="0"/>
          <a:chExt cx="0" cy="0"/>
        </a:xfrm>
      </p:grpSpPr>
      <p:sp>
        <p:nvSpPr>
          <p:cNvPr id="163" name="Google Shape;163;p30">
            <a:extLst>
              <a:ext uri="{FF2B5EF4-FFF2-40B4-BE49-F238E27FC236}">
                <a16:creationId xmlns:a16="http://schemas.microsoft.com/office/drawing/2014/main" id="{91EFF28D-D075-D55D-CFBD-9E9B06DE2AD5}"/>
              </a:ext>
            </a:extLst>
          </p:cNvPr>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416B"/>
              </a:buClr>
              <a:buSzPts val="3200"/>
              <a:buFont typeface="Arial"/>
              <a:buNone/>
            </a:pPr>
            <a:r>
              <a:rPr lang="en"/>
              <a:t>Persamaan Adveksi 1 Dimensi</a:t>
            </a:r>
            <a:endParaRPr/>
          </a:p>
        </p:txBody>
      </p:sp>
      <p:sp>
        <p:nvSpPr>
          <p:cNvPr id="3" name="Google Shape;164;p30">
            <a:extLst>
              <a:ext uri="{FF2B5EF4-FFF2-40B4-BE49-F238E27FC236}">
                <a16:creationId xmlns:a16="http://schemas.microsoft.com/office/drawing/2014/main" id="{42789B20-A93F-0E59-9E19-C2D88D20467E}"/>
              </a:ext>
            </a:extLst>
          </p:cNvPr>
          <p:cNvSpPr txBox="1">
            <a:spLocks/>
          </p:cNvSpPr>
          <p:nvPr/>
        </p:nvSpPr>
        <p:spPr>
          <a:xfrm>
            <a:off x="628650" y="1191986"/>
            <a:ext cx="7886700" cy="348935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spcBef>
                <a:spcPts val="1200"/>
              </a:spcBef>
              <a:buSzPts val="2800"/>
              <a:buNone/>
            </a:pPr>
            <a:endParaRPr lang="en-US" sz="1600" dirty="0"/>
          </a:p>
        </p:txBody>
      </p:sp>
      <p:pic>
        <p:nvPicPr>
          <p:cNvPr id="5" name="Picture 4">
            <a:extLst>
              <a:ext uri="{FF2B5EF4-FFF2-40B4-BE49-F238E27FC236}">
                <a16:creationId xmlns:a16="http://schemas.microsoft.com/office/drawing/2014/main" id="{E5634130-D2C8-C9DD-789F-EE0694271C38}"/>
              </a:ext>
            </a:extLst>
          </p:cNvPr>
          <p:cNvPicPr>
            <a:picLocks noChangeAspect="1"/>
          </p:cNvPicPr>
          <p:nvPr/>
        </p:nvPicPr>
        <p:blipFill>
          <a:blip r:embed="rId3"/>
          <a:stretch>
            <a:fillRect/>
          </a:stretch>
        </p:blipFill>
        <p:spPr>
          <a:xfrm>
            <a:off x="628650" y="1268044"/>
            <a:ext cx="5264421" cy="1778091"/>
          </a:xfrm>
          <a:prstGeom prst="rect">
            <a:avLst/>
          </a:prstGeom>
        </p:spPr>
      </p:pic>
    </p:spTree>
    <p:extLst>
      <p:ext uri="{BB962C8B-B14F-4D97-AF65-F5344CB8AC3E}">
        <p14:creationId xmlns:p14="http://schemas.microsoft.com/office/powerpoint/2010/main" val="3900044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71CF6004-1250-ED63-A752-5A45CF4C216D}"/>
            </a:ext>
          </a:extLst>
        </p:cNvPr>
        <p:cNvGrpSpPr/>
        <p:nvPr/>
      </p:nvGrpSpPr>
      <p:grpSpPr>
        <a:xfrm>
          <a:off x="0" y="0"/>
          <a:ext cx="0" cy="0"/>
          <a:chOff x="0" y="0"/>
          <a:chExt cx="0" cy="0"/>
        </a:xfrm>
      </p:grpSpPr>
      <p:sp>
        <p:nvSpPr>
          <p:cNvPr id="163" name="Google Shape;163;p30">
            <a:extLst>
              <a:ext uri="{FF2B5EF4-FFF2-40B4-BE49-F238E27FC236}">
                <a16:creationId xmlns:a16="http://schemas.microsoft.com/office/drawing/2014/main" id="{C644A1CD-E5A7-99B6-20C4-5B2E1124B172}"/>
              </a:ext>
            </a:extLst>
          </p:cNvPr>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416B"/>
              </a:buClr>
              <a:buSzPts val="3200"/>
              <a:buFont typeface="Arial"/>
              <a:buNone/>
            </a:pPr>
            <a:r>
              <a:rPr lang="en" dirty="0"/>
              <a:t>Persamaan Adveksi 2 Dimensi</a:t>
            </a:r>
            <a:endParaRPr dirty="0"/>
          </a:p>
        </p:txBody>
      </p:sp>
      <mc:AlternateContent xmlns:mc="http://schemas.openxmlformats.org/markup-compatibility/2006" xmlns:a14="http://schemas.microsoft.com/office/drawing/2010/main">
        <mc:Choice Requires="a14">
          <p:sp>
            <p:nvSpPr>
              <p:cNvPr id="164" name="Google Shape;164;p30">
                <a:extLst>
                  <a:ext uri="{FF2B5EF4-FFF2-40B4-BE49-F238E27FC236}">
                    <a16:creationId xmlns:a16="http://schemas.microsoft.com/office/drawing/2014/main" id="{D5F95B02-966D-649A-978B-CAC2363F1EF3}"/>
                  </a:ext>
                </a:extLst>
              </p:cNvPr>
              <p:cNvSpPr txBox="1">
                <a:spLocks noGrp="1"/>
              </p:cNvSpPr>
              <p:nvPr>
                <p:ph type="body" idx="1"/>
              </p:nvPr>
            </p:nvSpPr>
            <p:spPr>
              <a:xfrm>
                <a:off x="628650" y="1369219"/>
                <a:ext cx="2579914" cy="1308667"/>
              </a:xfrm>
              <a:prstGeom prst="rect">
                <a:avLst/>
              </a:prstGeom>
              <a:noFill/>
              <a:ln>
                <a:noFill/>
              </a:ln>
            </p:spPr>
            <p:txBody>
              <a:bodyPr spcFirstLastPara="1" wrap="square" lIns="91425" tIns="45700" rIns="91425" bIns="45700" anchor="t" anchorCtr="0">
                <a:normAutofit fontScale="92500" lnSpcReduction="20000"/>
              </a:bodyPr>
              <a:lstStyle/>
              <a:p>
                <a:pPr marL="228600" indent="-50800">
                  <a:spcBef>
                    <a:spcPts val="1200"/>
                  </a:spcBef>
                  <a:buSzPts val="2800"/>
                  <a:buNone/>
                </a:pPr>
                <a14:m>
                  <m:oMath xmlns:m="http://schemas.openxmlformats.org/officeDocument/2006/math">
                    <m:f>
                      <m:fPr>
                        <m:ctrlPr>
                          <a:rPr lang="en-ID" sz="1700" i="1" smtClean="0">
                            <a:latin typeface="Cambria Math" panose="02040503050406030204" pitchFamily="18" charset="0"/>
                          </a:rPr>
                        </m:ctrlPr>
                      </m:fPr>
                      <m:num>
                        <m:r>
                          <a:rPr lang="en-ID" sz="1700" i="1">
                            <a:latin typeface="Cambria Math" panose="02040503050406030204" pitchFamily="18" charset="0"/>
                          </a:rPr>
                          <m:t>𝜕</m:t>
                        </m:r>
                        <m:r>
                          <a:rPr lang="en-ID" sz="1700" i="1">
                            <a:latin typeface="Cambria Math" panose="02040503050406030204" pitchFamily="18" charset="0"/>
                          </a:rPr>
                          <m:t>𝑢</m:t>
                        </m:r>
                      </m:num>
                      <m:den>
                        <m:r>
                          <a:rPr lang="en-ID" sz="1700" i="1">
                            <a:latin typeface="Cambria Math" panose="02040503050406030204" pitchFamily="18" charset="0"/>
                          </a:rPr>
                          <m:t>𝜕</m:t>
                        </m:r>
                        <m:r>
                          <a:rPr lang="en-ID" sz="1700" i="1">
                            <a:latin typeface="Cambria Math" panose="02040503050406030204" pitchFamily="18" charset="0"/>
                          </a:rPr>
                          <m:t>𝑡</m:t>
                        </m:r>
                      </m:den>
                    </m:f>
                  </m:oMath>
                </a14:m>
                <a:r>
                  <a:rPr lang="en-US" sz="1700" dirty="0"/>
                  <a:t> </a:t>
                </a:r>
              </a:p>
              <a:p>
                <a:pPr marL="228600" indent="-50800">
                  <a:spcBef>
                    <a:spcPts val="1200"/>
                  </a:spcBef>
                  <a:buSzPts val="2800"/>
                  <a:buNone/>
                </a:pPr>
                <a:r>
                  <a:rPr lang="en-US" sz="1700" dirty="0"/>
                  <a:t>- </a:t>
                </a:r>
                <a:r>
                  <a:rPr lang="en-US" sz="1700" dirty="0">
                    <a:latin typeface="Cambria Math" panose="02040503050406030204" pitchFamily="18" charset="0"/>
                    <a:ea typeface="Cambria Math" panose="02040503050406030204" pitchFamily="18" charset="0"/>
                  </a:rPr>
                  <a:t>Forward Difference</a:t>
                </a:r>
              </a:p>
              <a:p>
                <a:pPr marL="228600" indent="-50800">
                  <a:spcBef>
                    <a:spcPts val="1200"/>
                  </a:spcBef>
                  <a:buSzPts val="2800"/>
                  <a:buNone/>
                </a:pPr>
                <a14:m>
                  <m:oMath xmlns:m="http://schemas.openxmlformats.org/officeDocument/2006/math">
                    <m:f>
                      <m:fPr>
                        <m:ctrlPr>
                          <a:rPr lang="en-ID" sz="1700" i="1">
                            <a:latin typeface="Cambria Math" panose="02040503050406030204" pitchFamily="18" charset="0"/>
                          </a:rPr>
                        </m:ctrlPr>
                      </m:fPr>
                      <m:num>
                        <m:r>
                          <a:rPr lang="en-ID" sz="1700" i="1">
                            <a:latin typeface="Cambria Math" panose="02040503050406030204" pitchFamily="18" charset="0"/>
                          </a:rPr>
                          <m:t>𝜕</m:t>
                        </m:r>
                        <m:r>
                          <a:rPr lang="en-ID" sz="1700" i="1">
                            <a:latin typeface="Cambria Math" panose="02040503050406030204" pitchFamily="18" charset="0"/>
                          </a:rPr>
                          <m:t>𝑢</m:t>
                        </m:r>
                      </m:num>
                      <m:den>
                        <m:r>
                          <a:rPr lang="en-ID" sz="1700" i="1">
                            <a:latin typeface="Cambria Math" panose="02040503050406030204" pitchFamily="18" charset="0"/>
                          </a:rPr>
                          <m:t>𝜕</m:t>
                        </m:r>
                        <m:r>
                          <a:rPr lang="en-ID" sz="1700" i="1">
                            <a:latin typeface="Cambria Math" panose="02040503050406030204" pitchFamily="18" charset="0"/>
                          </a:rPr>
                          <m:t>𝑡</m:t>
                        </m:r>
                      </m:den>
                    </m:f>
                    <m:r>
                      <a:rPr lang="en-US" sz="1700" b="0" i="1" smtClean="0">
                        <a:latin typeface="Cambria Math" panose="02040503050406030204" pitchFamily="18" charset="0"/>
                      </a:rPr>
                      <m:t> </m:t>
                    </m:r>
                    <m:r>
                      <a:rPr lang="en-US" sz="1700" i="1">
                        <a:latin typeface="Cambria Math" panose="02040503050406030204" pitchFamily="18" charset="0"/>
                      </a:rPr>
                      <m:t>≈</m:t>
                    </m:r>
                    <m:f>
                      <m:fPr>
                        <m:ctrlPr>
                          <a:rPr lang="en-ID" sz="1700" i="1">
                            <a:latin typeface="Cambria Math" panose="02040503050406030204" pitchFamily="18" charset="0"/>
                          </a:rPr>
                        </m:ctrlPr>
                      </m:fPr>
                      <m:num>
                        <m:sSub>
                          <m:sSubPr>
                            <m:ctrlPr>
                              <a:rPr lang="en-ID" sz="1700" i="1" smtClean="0">
                                <a:latin typeface="Cambria Math" panose="02040503050406030204" pitchFamily="18" charset="0"/>
                              </a:rPr>
                            </m:ctrlPr>
                          </m:sSubPr>
                          <m:e>
                            <m:r>
                              <a:rPr lang="en-US" sz="1700" b="0" i="1" smtClean="0">
                                <a:latin typeface="Cambria Math" panose="02040503050406030204" pitchFamily="18" charset="0"/>
                              </a:rPr>
                              <m:t>𝑢</m:t>
                            </m:r>
                          </m:e>
                          <m:sub>
                            <m:r>
                              <a:rPr lang="en-US" sz="1700" b="0" i="1" smtClean="0">
                                <a:latin typeface="Cambria Math" panose="02040503050406030204" pitchFamily="18" charset="0"/>
                              </a:rPr>
                              <m:t>𝑡</m:t>
                            </m:r>
                            <m:r>
                              <a:rPr lang="en-US" sz="1700" b="0" i="1" smtClean="0">
                                <a:latin typeface="Cambria Math" panose="02040503050406030204" pitchFamily="18" charset="0"/>
                              </a:rPr>
                              <m:t>+1</m:t>
                            </m:r>
                          </m:sub>
                        </m:sSub>
                        <m:r>
                          <a:rPr lang="en-US" sz="1700" b="0" i="1" smtClean="0">
                            <a:latin typeface="Cambria Math" panose="02040503050406030204" pitchFamily="18" charset="0"/>
                          </a:rPr>
                          <m:t> −</m:t>
                        </m:r>
                        <m:sSub>
                          <m:sSubPr>
                            <m:ctrlPr>
                              <a:rPr lang="en-ID" sz="1700" i="1">
                                <a:latin typeface="Cambria Math" panose="02040503050406030204" pitchFamily="18" charset="0"/>
                              </a:rPr>
                            </m:ctrlPr>
                          </m:sSubPr>
                          <m:e>
                            <m:r>
                              <a:rPr lang="en-US" sz="1700" i="1">
                                <a:latin typeface="Cambria Math" panose="02040503050406030204" pitchFamily="18" charset="0"/>
                              </a:rPr>
                              <m:t>𝑢</m:t>
                            </m:r>
                          </m:e>
                          <m:sub>
                            <m:r>
                              <a:rPr lang="en-US" sz="1700" b="0" i="1" smtClean="0">
                                <a:latin typeface="Cambria Math" panose="02040503050406030204" pitchFamily="18" charset="0"/>
                              </a:rPr>
                              <m:t>𝑡</m:t>
                            </m:r>
                          </m:sub>
                        </m:sSub>
                      </m:num>
                      <m:den>
                        <m:r>
                          <a:rPr lang="en-ID" sz="1700" i="1" smtClean="0">
                            <a:latin typeface="Cambria Math" panose="02040503050406030204" pitchFamily="18" charset="0"/>
                            <a:ea typeface="Cambria Math" panose="02040503050406030204" pitchFamily="18" charset="0"/>
                          </a:rPr>
                          <m:t>∆</m:t>
                        </m:r>
                        <m:r>
                          <a:rPr lang="en-ID" sz="1700" i="1">
                            <a:latin typeface="Cambria Math" panose="02040503050406030204" pitchFamily="18" charset="0"/>
                          </a:rPr>
                          <m:t>𝑡</m:t>
                        </m:r>
                      </m:den>
                    </m:f>
                    <m:r>
                      <a:rPr lang="en-US" sz="1700" b="0" i="1" smtClean="0">
                        <a:latin typeface="Cambria Math" panose="02040503050406030204" pitchFamily="18" charset="0"/>
                      </a:rPr>
                      <m:t>  </m:t>
                    </m:r>
                  </m:oMath>
                </a14:m>
                <a:r>
                  <a:rPr lang="en-US" sz="1700" dirty="0"/>
                  <a:t> </a:t>
                </a:r>
              </a:p>
              <a:p>
                <a:pPr marL="228600" indent="-50800">
                  <a:spcBef>
                    <a:spcPts val="1200"/>
                  </a:spcBef>
                  <a:buSzPts val="2800"/>
                  <a:buNone/>
                </a:pPr>
                <a:endParaRPr lang="en-US" sz="1200" dirty="0"/>
              </a:p>
              <a:p>
                <a:pPr marL="228600" indent="-50800">
                  <a:spcBef>
                    <a:spcPts val="1200"/>
                  </a:spcBef>
                  <a:buSzPts val="2800"/>
                  <a:buNone/>
                </a:pPr>
                <a:endParaRPr lang="en-US" sz="1200" dirty="0"/>
              </a:p>
            </p:txBody>
          </p:sp>
        </mc:Choice>
        <mc:Fallback xmlns="">
          <p:sp>
            <p:nvSpPr>
              <p:cNvPr id="164" name="Google Shape;164;p30">
                <a:extLst>
                  <a:ext uri="{FF2B5EF4-FFF2-40B4-BE49-F238E27FC236}">
                    <a16:creationId xmlns:a16="http://schemas.microsoft.com/office/drawing/2014/main" id="{D5F95B02-966D-649A-978B-CAC2363F1EF3}"/>
                  </a:ext>
                </a:extLst>
              </p:cNvPr>
              <p:cNvSpPr txBox="1">
                <a:spLocks noGrp="1" noRot="1" noChangeAspect="1" noMove="1" noResize="1" noEditPoints="1" noAdjustHandles="1" noChangeArrowheads="1" noChangeShapeType="1" noTextEdit="1"/>
              </p:cNvSpPr>
              <p:nvPr>
                <p:ph type="body" idx="1"/>
              </p:nvPr>
            </p:nvSpPr>
            <p:spPr>
              <a:xfrm>
                <a:off x="628650" y="1369219"/>
                <a:ext cx="2579914" cy="1308667"/>
              </a:xfrm>
              <a:prstGeom prst="rect">
                <a:avLst/>
              </a:prstGeom>
              <a:blipFill>
                <a:blip r:embed="rId3"/>
                <a:stretch>
                  <a:fillRect/>
                </a:stretch>
              </a:blipFill>
              <a:ln>
                <a:noFill/>
              </a:ln>
            </p:spPr>
            <p:txBody>
              <a:bodyPr/>
              <a:lstStyle/>
              <a:p>
                <a:r>
                  <a:rPr lang="en-ID">
                    <a:noFill/>
                  </a:rPr>
                  <a:t> </a:t>
                </a:r>
              </a:p>
            </p:txBody>
          </p:sp>
        </mc:Fallback>
      </mc:AlternateContent>
      <mc:AlternateContent xmlns:mc="http://schemas.openxmlformats.org/markup-compatibility/2006">
        <mc:Choice xmlns:a14="http://schemas.microsoft.com/office/drawing/2010/main" Requires="a14">
          <p:sp>
            <p:nvSpPr>
              <p:cNvPr id="2" name="Google Shape;164;p30">
                <a:extLst>
                  <a:ext uri="{FF2B5EF4-FFF2-40B4-BE49-F238E27FC236}">
                    <a16:creationId xmlns:a16="http://schemas.microsoft.com/office/drawing/2014/main" id="{D2A164B2-DF0F-7E99-9036-EFD6A80FA8FB}"/>
                  </a:ext>
                </a:extLst>
              </p:cNvPr>
              <p:cNvSpPr txBox="1">
                <a:spLocks/>
              </p:cNvSpPr>
              <p:nvPr/>
            </p:nvSpPr>
            <p:spPr>
              <a:xfrm>
                <a:off x="3208564" y="1263083"/>
                <a:ext cx="2579914" cy="130866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spcBef>
                    <a:spcPts val="1200"/>
                  </a:spcBef>
                  <a:buSzPts val="2800"/>
                  <a:buFont typeface="Arial"/>
                  <a:buNone/>
                </a:pPr>
                <a14:m>
                  <m:oMath xmlns:m="http://schemas.openxmlformats.org/officeDocument/2006/math">
                    <m:f>
                      <m:fPr>
                        <m:ctrlPr>
                          <a:rPr lang="en-ID" sz="1600" i="1" smtClean="0">
                            <a:latin typeface="Cambria Math" panose="02040503050406030204" pitchFamily="18" charset="0"/>
                          </a:rPr>
                        </m:ctrlPr>
                      </m:fPr>
                      <m:num>
                        <m:r>
                          <a:rPr lang="en-ID" sz="1600" i="1">
                            <a:latin typeface="Cambria Math" panose="02040503050406030204" pitchFamily="18" charset="0"/>
                          </a:rPr>
                          <m:t>𝜕</m:t>
                        </m:r>
                        <m:r>
                          <a:rPr lang="en-ID" sz="1600" i="1">
                            <a:latin typeface="Cambria Math" panose="02040503050406030204" pitchFamily="18" charset="0"/>
                          </a:rPr>
                          <m:t>𝑢</m:t>
                        </m:r>
                      </m:num>
                      <m:den>
                        <m:r>
                          <a:rPr lang="en-ID" sz="1600" i="1">
                            <a:latin typeface="Cambria Math" panose="02040503050406030204" pitchFamily="18" charset="0"/>
                          </a:rPr>
                          <m:t>𝜕</m:t>
                        </m:r>
                        <m:r>
                          <a:rPr lang="en-ID" sz="1600" i="1">
                            <a:latin typeface="Cambria Math" panose="02040503050406030204" pitchFamily="18" charset="0"/>
                          </a:rPr>
                          <m:t>𝑥</m:t>
                        </m:r>
                      </m:den>
                    </m:f>
                  </m:oMath>
                </a14:m>
                <a:r>
                  <a:rPr lang="en-US" sz="1600" dirty="0"/>
                  <a:t> </a:t>
                </a:r>
              </a:p>
              <a:p>
                <a:pPr marL="228600" indent="-50800">
                  <a:spcBef>
                    <a:spcPts val="1200"/>
                  </a:spcBef>
                  <a:buSzPts val="2800"/>
                  <a:buFont typeface="Arial"/>
                  <a:buNone/>
                </a:pPr>
                <a:r>
                  <a:rPr lang="en-US" sz="1600" dirty="0">
                    <a:latin typeface="Cambria Math" panose="02040503050406030204" pitchFamily="18" charset="0"/>
                    <a:ea typeface="Cambria Math" panose="02040503050406030204" pitchFamily="18" charset="0"/>
                  </a:rPr>
                  <a:t>- Central Difference</a:t>
                </a:r>
              </a:p>
              <a:p>
                <a:pPr marL="228600" indent="-50800">
                  <a:spcBef>
                    <a:spcPts val="1200"/>
                  </a:spcBef>
                  <a:buSzPts val="2800"/>
                  <a:buNone/>
                </a:pPr>
                <a14:m>
                  <m:oMath xmlns:m="http://schemas.openxmlformats.org/officeDocument/2006/math">
                    <m:f>
                      <m:fPr>
                        <m:ctrlPr>
                          <a:rPr lang="en-ID" sz="1600" i="1">
                            <a:latin typeface="Cambria Math" panose="02040503050406030204" pitchFamily="18" charset="0"/>
                          </a:rPr>
                        </m:ctrlPr>
                      </m:fPr>
                      <m:num>
                        <m:r>
                          <a:rPr lang="en-ID" sz="1600" i="1">
                            <a:latin typeface="Cambria Math" panose="02040503050406030204" pitchFamily="18" charset="0"/>
                          </a:rPr>
                          <m:t>𝜕</m:t>
                        </m:r>
                        <m:r>
                          <a:rPr lang="en-ID" sz="1600" i="1">
                            <a:latin typeface="Cambria Math" panose="02040503050406030204" pitchFamily="18" charset="0"/>
                          </a:rPr>
                          <m:t>𝑢</m:t>
                        </m:r>
                      </m:num>
                      <m:den>
                        <m:r>
                          <a:rPr lang="en-ID" sz="1600" i="1">
                            <a:latin typeface="Cambria Math" panose="02040503050406030204" pitchFamily="18" charset="0"/>
                          </a:rPr>
                          <m:t>𝜕</m:t>
                        </m:r>
                        <m:r>
                          <a:rPr lang="en-US" sz="1600" b="0" i="1" smtClean="0">
                            <a:latin typeface="Cambria Math" panose="02040503050406030204" pitchFamily="18" charset="0"/>
                          </a:rPr>
                          <m:t>𝑥</m:t>
                        </m:r>
                      </m:den>
                    </m:f>
                    <m:r>
                      <a:rPr lang="en-US" sz="1600" i="1">
                        <a:latin typeface="Cambria Math" panose="02040503050406030204" pitchFamily="18" charset="0"/>
                      </a:rPr>
                      <m:t> ≈</m:t>
                    </m:r>
                    <m:f>
                      <m:fPr>
                        <m:ctrlPr>
                          <a:rPr lang="en-ID" sz="1600" i="1">
                            <a:latin typeface="Cambria Math" panose="02040503050406030204" pitchFamily="18" charset="0"/>
                          </a:rPr>
                        </m:ctrlPr>
                      </m:fPr>
                      <m:num>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b="0" i="1" smtClean="0">
                                <a:latin typeface="Cambria Math" panose="02040503050406030204" pitchFamily="18" charset="0"/>
                              </a:rPr>
                              <m:t>−1</m:t>
                            </m:r>
                          </m:sub>
                        </m:sSub>
                      </m:num>
                      <m:den>
                        <m:r>
                          <a:rPr lang="en-US" sz="1600" b="0" i="1" smtClean="0">
                            <a:latin typeface="Cambria Math" panose="02040503050406030204" pitchFamily="18" charset="0"/>
                          </a:rPr>
                          <m:t>2</m:t>
                        </m:r>
                        <m:r>
                          <a:rPr lang="en-ID"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𝑥</m:t>
                        </m:r>
                      </m:den>
                    </m:f>
                    <m:r>
                      <a:rPr lang="en-US" sz="1600" b="0" i="1" smtClean="0">
                        <a:latin typeface="Cambria Math" panose="02040503050406030204" pitchFamily="18" charset="0"/>
                      </a:rPr>
                      <m:t> </m:t>
                    </m:r>
                  </m:oMath>
                </a14:m>
                <a:r>
                  <a:rPr lang="en-US" sz="1600" dirty="0"/>
                  <a:t>  </a:t>
                </a:r>
              </a:p>
            </p:txBody>
          </p:sp>
        </mc:Choice>
        <mc:Fallback>
          <p:sp>
            <p:nvSpPr>
              <p:cNvPr id="2" name="Google Shape;164;p30">
                <a:extLst>
                  <a:ext uri="{FF2B5EF4-FFF2-40B4-BE49-F238E27FC236}">
                    <a16:creationId xmlns:a16="http://schemas.microsoft.com/office/drawing/2014/main" id="{D2A164B2-DF0F-7E99-9036-EFD6A80FA8FB}"/>
                  </a:ext>
                </a:extLst>
              </p:cNvPr>
              <p:cNvSpPr txBox="1">
                <a:spLocks noRot="1" noChangeAspect="1" noMove="1" noResize="1" noEditPoints="1" noAdjustHandles="1" noChangeArrowheads="1" noChangeShapeType="1" noTextEdit="1"/>
              </p:cNvSpPr>
              <p:nvPr/>
            </p:nvSpPr>
            <p:spPr>
              <a:xfrm>
                <a:off x="3208564" y="1263083"/>
                <a:ext cx="2579914" cy="1308667"/>
              </a:xfrm>
              <a:prstGeom prst="rect">
                <a:avLst/>
              </a:prstGeom>
              <a:blipFill>
                <a:blip r:embed="rId4"/>
                <a:stretch>
                  <a:fillRect b="-9302"/>
                </a:stretch>
              </a:blipFill>
              <a:ln>
                <a:noFill/>
              </a:ln>
            </p:spPr>
            <p:txBody>
              <a:bodyPr/>
              <a:lstStyle/>
              <a:p>
                <a:r>
                  <a:rPr lang="en-ID">
                    <a:noFill/>
                  </a:rPr>
                  <a:t> </a:t>
                </a:r>
              </a:p>
            </p:txBody>
          </p:sp>
        </mc:Fallback>
      </mc:AlternateContent>
      <mc:AlternateContent xmlns:mc="http://schemas.openxmlformats.org/markup-compatibility/2006">
        <mc:Choice xmlns:a14="http://schemas.microsoft.com/office/drawing/2010/main" Requires="a14">
          <p:sp>
            <p:nvSpPr>
              <p:cNvPr id="3" name="Google Shape;164;p30">
                <a:extLst>
                  <a:ext uri="{FF2B5EF4-FFF2-40B4-BE49-F238E27FC236}">
                    <a16:creationId xmlns:a16="http://schemas.microsoft.com/office/drawing/2014/main" id="{6DC32480-6E0B-67CC-1F89-5AC26E21661E}"/>
                  </a:ext>
                </a:extLst>
              </p:cNvPr>
              <p:cNvSpPr txBox="1">
                <a:spLocks/>
              </p:cNvSpPr>
              <p:nvPr/>
            </p:nvSpPr>
            <p:spPr>
              <a:xfrm>
                <a:off x="628650" y="2672924"/>
                <a:ext cx="7886700" cy="19022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spcBef>
                    <a:spcPts val="1200"/>
                  </a:spcBef>
                  <a:buSzPts val="2800"/>
                  <a:buFont typeface="Arial"/>
                  <a:buNone/>
                </a:pPr>
                <a14:m>
                  <m:oMathPara xmlns:m="http://schemas.openxmlformats.org/officeDocument/2006/math">
                    <m:oMathParaPr>
                      <m:jc m:val="left"/>
                    </m:oMathParaPr>
                    <m:oMath xmlns:m="http://schemas.openxmlformats.org/officeDocument/2006/math">
                      <m:r>
                        <a:rPr lang="en-US" sz="1600" b="0" i="1" smtClean="0">
                          <a:latin typeface="Cambria Math" panose="02040503050406030204" pitchFamily="18" charset="0"/>
                        </a:rPr>
                        <m:t>𝑠𝑢𝑏𝑠𝑡𝑖𝑡𝑢𝑠𝑖</m:t>
                      </m:r>
                      <m:r>
                        <a:rPr lang="en-US" sz="1600" b="0" i="1" smtClean="0">
                          <a:latin typeface="Cambria Math" panose="02040503050406030204" pitchFamily="18" charset="0"/>
                        </a:rPr>
                        <m:t> </m:t>
                      </m:r>
                      <m:r>
                        <a:rPr lang="en-US" sz="1600" b="0" i="1" smtClean="0">
                          <a:latin typeface="Cambria Math" panose="02040503050406030204" pitchFamily="18" charset="0"/>
                        </a:rPr>
                        <m:t>𝑚𝑒𝑛𝑗𝑎𝑑𝑖</m:t>
                      </m:r>
                      <m:r>
                        <a:rPr lang="en-US" sz="1600" b="0" i="1" smtClean="0">
                          <a:latin typeface="Cambria Math" panose="02040503050406030204" pitchFamily="18" charset="0"/>
                        </a:rPr>
                        <m:t> </m:t>
                      </m:r>
                    </m:oMath>
                  </m:oMathPara>
                </a14:m>
                <a:endParaRPr lang="en-US" sz="1600" b="0" i="1" dirty="0">
                  <a:latin typeface="Cambria Math" panose="02040503050406030204" pitchFamily="18" charset="0"/>
                </a:endParaRPr>
              </a:p>
              <a:p>
                <a:pPr marL="228600" indent="-50800">
                  <a:spcBef>
                    <a:spcPts val="1200"/>
                  </a:spcBef>
                  <a:buSzPts val="2800"/>
                  <a:buNone/>
                </a:pPr>
                <a14:m>
                  <m:oMath xmlns:m="http://schemas.openxmlformats.org/officeDocument/2006/math">
                    <m:f>
                      <m:fPr>
                        <m:ctrlPr>
                          <a:rPr lang="en-ID" sz="1600" i="1">
                            <a:latin typeface="Cambria Math" panose="02040503050406030204" pitchFamily="18" charset="0"/>
                          </a:rPr>
                        </m:ctrlPr>
                      </m:fPr>
                      <m:num>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𝑡</m:t>
                            </m:r>
                          </m:sub>
                        </m:sSub>
                      </m:num>
                      <m:den>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rPr>
                          <m:t>𝑡</m:t>
                        </m:r>
                      </m:den>
                    </m:f>
                    <m:r>
                      <a:rPr lang="en-US" sz="1600" b="0" i="1" smtClean="0">
                        <a:latin typeface="Cambria Math" panose="02040503050406030204" pitchFamily="18" charset="0"/>
                      </a:rPr>
                      <m:t>=−</m:t>
                    </m:r>
                    <m:r>
                      <a:rPr lang="en-US" sz="1600" b="0" i="1" smtClean="0">
                        <a:latin typeface="Cambria Math" panose="02040503050406030204" pitchFamily="18" charset="0"/>
                      </a:rPr>
                      <m:t>𝑣</m:t>
                    </m:r>
                    <m:r>
                      <a:rPr lang="en-US" sz="1600" b="0" i="1" smtClean="0">
                        <a:latin typeface="Cambria Math" panose="02040503050406030204" pitchFamily="18" charset="0"/>
                      </a:rPr>
                      <m:t>(</m:t>
                    </m:r>
                    <m:f>
                      <m:fPr>
                        <m:ctrlPr>
                          <a:rPr lang="en-ID" sz="1600" i="1">
                            <a:latin typeface="Cambria Math" panose="02040503050406030204" pitchFamily="18" charset="0"/>
                          </a:rPr>
                        </m:ctrlPr>
                      </m:fPr>
                      <m:num>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i="1">
                                <a:latin typeface="Cambria Math" panose="02040503050406030204" pitchFamily="18" charset="0"/>
                              </a:rPr>
                              <m:t>−1</m:t>
                            </m:r>
                          </m:sub>
                        </m:sSub>
                      </m:num>
                      <m:den>
                        <m:r>
                          <a:rPr lang="en-US" sz="1600" i="1">
                            <a:latin typeface="Cambria Math" panose="02040503050406030204" pitchFamily="18" charset="0"/>
                          </a:rPr>
                          <m:t>2</m:t>
                        </m:r>
                        <m:r>
                          <a:rPr lang="en-ID"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den>
                    </m:f>
                    <m:r>
                      <a:rPr lang="en-US" sz="1600" b="0" i="1" smtClean="0">
                        <a:latin typeface="Cambria Math" panose="02040503050406030204" pitchFamily="18" charset="0"/>
                      </a:rPr>
                      <m:t>+</m:t>
                    </m:r>
                    <m:f>
                      <m:fPr>
                        <m:ctrlPr>
                          <a:rPr lang="en-ID" sz="1600" i="1">
                            <a:latin typeface="Cambria Math" panose="02040503050406030204" pitchFamily="18" charset="0"/>
                          </a:rPr>
                        </m:ctrlPr>
                      </m:fPr>
                      <m:num>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i="1">
                                <a:latin typeface="Cambria Math" panose="02040503050406030204" pitchFamily="18" charset="0"/>
                              </a:rPr>
                              <m:t>−1</m:t>
                            </m:r>
                          </m:sub>
                        </m:sSub>
                      </m:num>
                      <m:den>
                        <m:r>
                          <a:rPr lang="en-US" sz="1600" i="1">
                            <a:latin typeface="Cambria Math" panose="02040503050406030204" pitchFamily="18" charset="0"/>
                          </a:rPr>
                          <m:t>2</m:t>
                        </m:r>
                        <m:r>
                          <a:rPr lang="en-ID"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𝑦</m:t>
                        </m:r>
                      </m:den>
                    </m:f>
                    <m:r>
                      <a:rPr lang="en-US" sz="1600" b="0" i="1" smtClean="0">
                        <a:latin typeface="Cambria Math" panose="02040503050406030204" pitchFamily="18" charset="0"/>
                        <a:ea typeface="Cambria Math" panose="02040503050406030204" pitchFamily="18" charset="0"/>
                      </a:rPr>
                      <m:t>)</m:t>
                    </m:r>
                  </m:oMath>
                </a14:m>
                <a:r>
                  <a:rPr lang="en-US" sz="1600" b="0" dirty="0"/>
                  <a:t>  </a:t>
                </a:r>
              </a:p>
              <a:p>
                <a:pPr marL="228600" indent="-50800">
                  <a:spcBef>
                    <a:spcPts val="1200"/>
                  </a:spcBef>
                  <a:buSzPts val="2800"/>
                  <a:buNone/>
                </a:pPr>
                <a14:m>
                  <m:oMath xmlns:m="http://schemas.openxmlformats.org/officeDocument/2006/math">
                    <m:sSub>
                      <m:sSubPr>
                        <m:ctrlPr>
                          <a:rPr lang="en-ID" sz="1600" i="1" smtClean="0">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𝑡</m:t>
                        </m:r>
                      </m:sub>
                    </m:sSub>
                    <m:r>
                      <a:rPr lang="en-US" sz="1600" i="1" smtClean="0">
                        <a:latin typeface="Cambria Math" panose="02040503050406030204" pitchFamily="18" charset="0"/>
                      </a:rPr>
                      <m:t>=</m:t>
                    </m:r>
                    <m:r>
                      <a:rPr lang="en-US" sz="1600" i="1">
                        <a:latin typeface="Cambria Math" panose="02040503050406030204" pitchFamily="18" charset="0"/>
                      </a:rPr>
                      <m:t>−</m:t>
                    </m:r>
                    <m:r>
                      <a:rPr lang="en-US" sz="1600" i="1">
                        <a:latin typeface="Cambria Math" panose="02040503050406030204" pitchFamily="18" charset="0"/>
                      </a:rPr>
                      <m:t>𝑣</m:t>
                    </m:r>
                    <m:r>
                      <a:rPr lang="en-US" sz="1600" b="0" i="1" smtClean="0">
                        <a:latin typeface="Cambria Math" panose="02040503050406030204" pitchFamily="18" charset="0"/>
                      </a:rPr>
                      <m:t> {</m:t>
                    </m:r>
                    <m:f>
                      <m:fPr>
                        <m:ctrlPr>
                          <a:rPr lang="en-ID" sz="1600" i="1">
                            <a:latin typeface="Cambria Math" panose="02040503050406030204" pitchFamily="18" charset="0"/>
                          </a:rPr>
                        </m:ctrlPr>
                      </m:fPr>
                      <m:num>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rPr>
                          <m:t>𝑡</m:t>
                        </m:r>
                      </m:num>
                      <m:den>
                        <m:r>
                          <a:rPr lang="en-US" sz="1600" b="0" i="1" smtClean="0">
                            <a:latin typeface="Cambria Math" panose="02040503050406030204" pitchFamily="18" charset="0"/>
                          </a:rPr>
                          <m:t>2</m:t>
                        </m:r>
                        <m:r>
                          <a:rPr lang="en-ID"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den>
                    </m:f>
                    <m:r>
                      <a:rPr lang="en-US" sz="1600" b="0" i="1" smtClean="0">
                        <a:latin typeface="Cambria Math" panose="02040503050406030204" pitchFamily="18" charset="0"/>
                        <a:ea typeface="Cambria Math" panose="02040503050406030204" pitchFamily="18" charset="0"/>
                      </a:rPr>
                      <m:t> </m:t>
                    </m:r>
                    <m:r>
                      <a:rPr lang="en-US" sz="1600" i="1">
                        <a:latin typeface="Cambria Math" panose="02040503050406030204" pitchFamily="18" charset="0"/>
                      </a:rPr>
                      <m:t> </m:t>
                    </m:r>
                    <m:d>
                      <m:dPr>
                        <m:ctrlPr>
                          <a:rPr lang="en-US" sz="1600" b="0" i="1" smtClean="0">
                            <a:latin typeface="Cambria Math" panose="02040503050406030204" pitchFamily="18" charset="0"/>
                            <a:ea typeface="Cambria Math" panose="02040503050406030204" pitchFamily="18" charset="0"/>
                          </a:rPr>
                        </m:ctrlPr>
                      </m:dPr>
                      <m:e>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b="0" i="1" smtClean="0">
                                <a:latin typeface="Cambria Math" panose="02040503050406030204" pitchFamily="18" charset="0"/>
                              </a:rPr>
                              <m:t>−1</m:t>
                            </m:r>
                          </m:sub>
                        </m:sSub>
                      </m:e>
                    </m:d>
                    <m:r>
                      <a:rPr lang="en-US" sz="1600" b="0" i="1" smtClean="0">
                        <a:latin typeface="Cambria Math" panose="02040503050406030204" pitchFamily="18" charset="0"/>
                      </a:rPr>
                      <m:t>+</m:t>
                    </m:r>
                    <m:f>
                      <m:fPr>
                        <m:ctrlPr>
                          <a:rPr lang="en-ID" sz="1600" i="1">
                            <a:latin typeface="Cambria Math" panose="02040503050406030204" pitchFamily="18" charset="0"/>
                          </a:rPr>
                        </m:ctrlPr>
                      </m:fPr>
                      <m:num>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rPr>
                          <m:t>𝑡</m:t>
                        </m:r>
                      </m:num>
                      <m:den>
                        <m:r>
                          <a:rPr lang="en-US" sz="1600" b="0" i="1" smtClean="0">
                            <a:latin typeface="Cambria Math" panose="02040503050406030204" pitchFamily="18" charset="0"/>
                          </a:rPr>
                          <m:t>2</m:t>
                        </m:r>
                        <m:r>
                          <a:rPr lang="en-ID"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𝑦</m:t>
                        </m:r>
                      </m:den>
                    </m:f>
                    <m:r>
                      <a:rPr lang="en-US" sz="1600" i="1" smtClean="0">
                        <a:latin typeface="Cambria Math" panose="02040503050406030204" pitchFamily="18" charset="0"/>
                        <a:ea typeface="Cambria Math" panose="02040503050406030204" pitchFamily="18" charset="0"/>
                      </a:rPr>
                      <m:t> </m:t>
                    </m:r>
                    <m:r>
                      <a:rPr lang="en-US" sz="1600" i="1">
                        <a:latin typeface="Cambria Math" panose="02040503050406030204" pitchFamily="18" charset="0"/>
                      </a:rPr>
                      <m:t> </m:t>
                    </m:r>
                    <m:d>
                      <m:dPr>
                        <m:ctrlPr>
                          <a:rPr lang="en-US" sz="1600" i="1">
                            <a:latin typeface="Cambria Math" panose="02040503050406030204" pitchFamily="18" charset="0"/>
                            <a:ea typeface="Cambria Math" panose="02040503050406030204" pitchFamily="18" charset="0"/>
                          </a:rPr>
                        </m:ctrlPr>
                      </m:dPr>
                      <m:e>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𝑗</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b="0" i="1" smtClean="0">
                                <a:latin typeface="Cambria Math" panose="02040503050406030204" pitchFamily="18" charset="0"/>
                              </a:rPr>
                              <m:t>𝑗</m:t>
                            </m:r>
                            <m:r>
                              <a:rPr lang="en-US" sz="1600" b="0" i="1" smtClean="0">
                                <a:latin typeface="Cambria Math" panose="02040503050406030204" pitchFamily="18" charset="0"/>
                              </a:rPr>
                              <m:t>−1</m:t>
                            </m:r>
                          </m:sub>
                        </m:sSub>
                      </m:e>
                    </m:d>
                    <m:r>
                      <a:rPr lang="en-US" sz="1600" b="0" i="1" smtClean="0">
                        <a:latin typeface="Cambria Math" panose="02040503050406030204" pitchFamily="18" charset="0"/>
                      </a:rPr>
                      <m:t>}</m:t>
                    </m:r>
                  </m:oMath>
                </a14:m>
                <a:r>
                  <a:rPr lang="en-US" sz="1600" dirty="0"/>
                  <a:t>  </a:t>
                </a:r>
              </a:p>
              <a:p>
                <a:pPr marL="228600" indent="-50800">
                  <a:spcBef>
                    <a:spcPts val="1200"/>
                  </a:spcBef>
                  <a:buSzPts val="2800"/>
                  <a:buNone/>
                </a:pPr>
                <a14:m>
                  <m:oMath xmlns:m="http://schemas.openxmlformats.org/officeDocument/2006/math">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𝑡</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𝑡</m:t>
                        </m:r>
                      </m:sub>
                    </m:sSub>
                    <m:r>
                      <a:rPr lang="en-US" sz="1600" i="1">
                        <a:latin typeface="Cambria Math" panose="02040503050406030204" pitchFamily="18" charset="0"/>
                      </a:rPr>
                      <m:t>−</m:t>
                    </m:r>
                    <m:r>
                      <a:rPr lang="en-US" sz="1600" i="1">
                        <a:latin typeface="Cambria Math" panose="02040503050406030204" pitchFamily="18" charset="0"/>
                      </a:rPr>
                      <m:t>𝑣</m:t>
                    </m:r>
                    <m:r>
                      <a:rPr lang="en-US" sz="1600" i="1">
                        <a:latin typeface="Cambria Math" panose="02040503050406030204" pitchFamily="18" charset="0"/>
                      </a:rPr>
                      <m:t>{</m:t>
                    </m:r>
                    <m:f>
                      <m:fPr>
                        <m:ctrlPr>
                          <a:rPr lang="en-ID" sz="1600" i="1">
                            <a:latin typeface="Cambria Math" panose="02040503050406030204" pitchFamily="18" charset="0"/>
                          </a:rPr>
                        </m:ctrlPr>
                      </m:fPr>
                      <m:num>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rPr>
                          <m:t>𝑡</m:t>
                        </m:r>
                      </m:num>
                      <m:den>
                        <m:r>
                          <a:rPr lang="en-US" sz="1600" i="1">
                            <a:latin typeface="Cambria Math" panose="02040503050406030204" pitchFamily="18" charset="0"/>
                          </a:rPr>
                          <m:t>2</m:t>
                        </m:r>
                        <m:r>
                          <a:rPr lang="en-ID"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𝑥</m:t>
                        </m:r>
                      </m:den>
                    </m:f>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rPr>
                      <m:t> </m:t>
                    </m:r>
                    <m:d>
                      <m:dPr>
                        <m:ctrlPr>
                          <a:rPr lang="en-US" sz="1600" i="1">
                            <a:latin typeface="Cambria Math" panose="02040503050406030204" pitchFamily="18" charset="0"/>
                            <a:ea typeface="Cambria Math" panose="02040503050406030204" pitchFamily="18" charset="0"/>
                          </a:rPr>
                        </m:ctrlPr>
                      </m:dPr>
                      <m:e>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i="1">
                                <a:latin typeface="Cambria Math" panose="02040503050406030204" pitchFamily="18" charset="0"/>
                              </a:rPr>
                              <m:t>−1</m:t>
                            </m:r>
                          </m:sub>
                        </m:sSub>
                      </m:e>
                    </m:d>
                    <m:r>
                      <a:rPr lang="en-US" sz="1600" i="1">
                        <a:latin typeface="Cambria Math" panose="02040503050406030204" pitchFamily="18" charset="0"/>
                      </a:rPr>
                      <m:t>+</m:t>
                    </m:r>
                    <m:f>
                      <m:fPr>
                        <m:ctrlPr>
                          <a:rPr lang="en-ID" sz="1600" i="1">
                            <a:latin typeface="Cambria Math" panose="02040503050406030204" pitchFamily="18" charset="0"/>
                          </a:rPr>
                        </m:ctrlPr>
                      </m:fPr>
                      <m:num>
                        <m:r>
                          <a:rPr lang="en-ID" sz="1600" i="1">
                            <a:latin typeface="Cambria Math" panose="02040503050406030204" pitchFamily="18" charset="0"/>
                            <a:ea typeface="Cambria Math" panose="02040503050406030204" pitchFamily="18" charset="0"/>
                          </a:rPr>
                          <m:t>∆</m:t>
                        </m:r>
                        <m:r>
                          <a:rPr lang="en-ID" sz="1600" i="1">
                            <a:latin typeface="Cambria Math" panose="02040503050406030204" pitchFamily="18" charset="0"/>
                          </a:rPr>
                          <m:t>𝑡</m:t>
                        </m:r>
                      </m:num>
                      <m:den>
                        <m:r>
                          <a:rPr lang="en-US" sz="1600" i="1">
                            <a:latin typeface="Cambria Math" panose="02040503050406030204" pitchFamily="18" charset="0"/>
                          </a:rPr>
                          <m:t>2</m:t>
                        </m:r>
                        <m:r>
                          <a:rPr lang="en-ID"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𝑦</m:t>
                        </m:r>
                      </m:den>
                    </m:f>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rPr>
                      <m:t> </m:t>
                    </m:r>
                    <m:d>
                      <m:dPr>
                        <m:ctrlPr>
                          <a:rPr lang="en-US" sz="1600" i="1">
                            <a:latin typeface="Cambria Math" panose="02040503050406030204" pitchFamily="18" charset="0"/>
                            <a:ea typeface="Cambria Math" panose="02040503050406030204" pitchFamily="18" charset="0"/>
                          </a:rPr>
                        </m:ctrlPr>
                      </m:dPr>
                      <m:e>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𝑗</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𝑗</m:t>
                            </m:r>
                            <m:r>
                              <a:rPr lang="en-US" sz="1600" i="1">
                                <a:latin typeface="Cambria Math" panose="02040503050406030204" pitchFamily="18" charset="0"/>
                              </a:rPr>
                              <m:t>−1</m:t>
                            </m:r>
                          </m:sub>
                        </m:sSub>
                      </m:e>
                    </m:d>
                    <m:r>
                      <a:rPr lang="en-US" sz="1600" i="1">
                        <a:latin typeface="Cambria Math" panose="02040503050406030204" pitchFamily="18" charset="0"/>
                      </a:rPr>
                      <m:t>}</m:t>
                    </m:r>
                  </m:oMath>
                </a14:m>
                <a:r>
                  <a:rPr lang="en-US" sz="1600" dirty="0"/>
                  <a:t> </a:t>
                </a:r>
              </a:p>
            </p:txBody>
          </p:sp>
        </mc:Choice>
        <mc:Fallback>
          <p:sp>
            <p:nvSpPr>
              <p:cNvPr id="3" name="Google Shape;164;p30">
                <a:extLst>
                  <a:ext uri="{FF2B5EF4-FFF2-40B4-BE49-F238E27FC236}">
                    <a16:creationId xmlns:a16="http://schemas.microsoft.com/office/drawing/2014/main" id="{6DC32480-6E0B-67CC-1F89-5AC26E21661E}"/>
                  </a:ext>
                </a:extLst>
              </p:cNvPr>
              <p:cNvSpPr txBox="1">
                <a:spLocks noRot="1" noChangeAspect="1" noMove="1" noResize="1" noEditPoints="1" noAdjustHandles="1" noChangeArrowheads="1" noChangeShapeType="1" noTextEdit="1"/>
              </p:cNvSpPr>
              <p:nvPr/>
            </p:nvSpPr>
            <p:spPr>
              <a:xfrm>
                <a:off x="628650" y="2672924"/>
                <a:ext cx="7886700" cy="1902280"/>
              </a:xfrm>
              <a:prstGeom prst="rect">
                <a:avLst/>
              </a:prstGeom>
              <a:blipFill>
                <a:blip r:embed="rId5"/>
                <a:stretch>
                  <a:fillRect/>
                </a:stretch>
              </a:blipFill>
              <a:ln>
                <a:noFill/>
              </a:ln>
            </p:spPr>
            <p:txBody>
              <a:bodyPr/>
              <a:lstStyle/>
              <a:p>
                <a:r>
                  <a:rPr lang="en-ID">
                    <a:noFill/>
                  </a:rPr>
                  <a:t> </a:t>
                </a:r>
              </a:p>
            </p:txBody>
          </p:sp>
        </mc:Fallback>
      </mc:AlternateContent>
      <mc:AlternateContent xmlns:mc="http://schemas.openxmlformats.org/markup-compatibility/2006">
        <mc:Choice xmlns:a14="http://schemas.microsoft.com/office/drawing/2010/main" Requires="a14">
          <p:sp>
            <p:nvSpPr>
              <p:cNvPr id="4" name="Google Shape;164;p30">
                <a:extLst>
                  <a:ext uri="{FF2B5EF4-FFF2-40B4-BE49-F238E27FC236}">
                    <a16:creationId xmlns:a16="http://schemas.microsoft.com/office/drawing/2014/main" id="{45BDBBFE-D4E1-648A-819B-CB32AD01EEC0}"/>
                  </a:ext>
                </a:extLst>
              </p:cNvPr>
              <p:cNvSpPr txBox="1">
                <a:spLocks/>
              </p:cNvSpPr>
              <p:nvPr/>
            </p:nvSpPr>
            <p:spPr>
              <a:xfrm>
                <a:off x="5788478" y="1263082"/>
                <a:ext cx="2579914" cy="130866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28600" indent="-50800">
                  <a:spcBef>
                    <a:spcPts val="1200"/>
                  </a:spcBef>
                  <a:buSzPts val="2800"/>
                  <a:buFont typeface="Arial"/>
                  <a:buNone/>
                </a:pPr>
                <a14:m>
                  <m:oMath xmlns:m="http://schemas.openxmlformats.org/officeDocument/2006/math">
                    <m:f>
                      <m:fPr>
                        <m:ctrlPr>
                          <a:rPr lang="en-ID" sz="1600" i="1" smtClean="0">
                            <a:latin typeface="Cambria Math" panose="02040503050406030204" pitchFamily="18" charset="0"/>
                          </a:rPr>
                        </m:ctrlPr>
                      </m:fPr>
                      <m:num>
                        <m:r>
                          <a:rPr lang="en-ID" sz="1600" i="1">
                            <a:latin typeface="Cambria Math" panose="02040503050406030204" pitchFamily="18" charset="0"/>
                          </a:rPr>
                          <m:t>𝜕</m:t>
                        </m:r>
                        <m:r>
                          <a:rPr lang="en-ID" sz="1600" i="1">
                            <a:latin typeface="Cambria Math" panose="02040503050406030204" pitchFamily="18" charset="0"/>
                          </a:rPr>
                          <m:t>𝑢</m:t>
                        </m:r>
                      </m:num>
                      <m:den>
                        <m:r>
                          <a:rPr lang="en-ID" sz="1600" i="1">
                            <a:latin typeface="Cambria Math" panose="02040503050406030204" pitchFamily="18" charset="0"/>
                          </a:rPr>
                          <m:t>𝜕</m:t>
                        </m:r>
                        <m:r>
                          <a:rPr lang="en-US" sz="1600" b="0" i="1" smtClean="0">
                            <a:latin typeface="Cambria Math" panose="02040503050406030204" pitchFamily="18" charset="0"/>
                          </a:rPr>
                          <m:t>𝑦</m:t>
                        </m:r>
                      </m:den>
                    </m:f>
                  </m:oMath>
                </a14:m>
                <a:r>
                  <a:rPr lang="en-US" sz="1600" dirty="0"/>
                  <a:t> </a:t>
                </a:r>
              </a:p>
              <a:p>
                <a:pPr marL="228600" indent="-50800">
                  <a:spcBef>
                    <a:spcPts val="1200"/>
                  </a:spcBef>
                  <a:buSzPts val="2800"/>
                  <a:buFont typeface="Arial"/>
                  <a:buNone/>
                </a:pPr>
                <a:r>
                  <a:rPr lang="en-US" sz="1600" dirty="0">
                    <a:latin typeface="Cambria Math" panose="02040503050406030204" pitchFamily="18" charset="0"/>
                    <a:ea typeface="Cambria Math" panose="02040503050406030204" pitchFamily="18" charset="0"/>
                  </a:rPr>
                  <a:t>- Centra Difference</a:t>
                </a:r>
              </a:p>
              <a:p>
                <a:pPr marL="228600" indent="-50800">
                  <a:spcBef>
                    <a:spcPts val="1200"/>
                  </a:spcBef>
                  <a:buSzPts val="2800"/>
                  <a:buNone/>
                </a:pPr>
                <a14:m>
                  <m:oMath xmlns:m="http://schemas.openxmlformats.org/officeDocument/2006/math">
                    <m:f>
                      <m:fPr>
                        <m:ctrlPr>
                          <a:rPr lang="en-ID" sz="1600" i="1">
                            <a:latin typeface="Cambria Math" panose="02040503050406030204" pitchFamily="18" charset="0"/>
                          </a:rPr>
                        </m:ctrlPr>
                      </m:fPr>
                      <m:num>
                        <m:r>
                          <a:rPr lang="en-ID" sz="1600" i="1">
                            <a:latin typeface="Cambria Math" panose="02040503050406030204" pitchFamily="18" charset="0"/>
                          </a:rPr>
                          <m:t>𝜕</m:t>
                        </m:r>
                        <m:r>
                          <a:rPr lang="en-ID" sz="1600" i="1">
                            <a:latin typeface="Cambria Math" panose="02040503050406030204" pitchFamily="18" charset="0"/>
                          </a:rPr>
                          <m:t>𝑢</m:t>
                        </m:r>
                      </m:num>
                      <m:den>
                        <m:r>
                          <a:rPr lang="en-ID" sz="1600" i="1">
                            <a:latin typeface="Cambria Math" panose="02040503050406030204" pitchFamily="18" charset="0"/>
                          </a:rPr>
                          <m:t>𝜕</m:t>
                        </m:r>
                        <m:r>
                          <a:rPr lang="en-US" sz="1600" b="0" i="1" smtClean="0">
                            <a:latin typeface="Cambria Math" panose="02040503050406030204" pitchFamily="18" charset="0"/>
                          </a:rPr>
                          <m:t>𝑦</m:t>
                        </m:r>
                      </m:den>
                    </m:f>
                    <m:r>
                      <a:rPr lang="en-US" sz="1600" i="1">
                        <a:latin typeface="Cambria Math" panose="02040503050406030204" pitchFamily="18" charset="0"/>
                      </a:rPr>
                      <m:t> ≈</m:t>
                    </m:r>
                    <m:f>
                      <m:fPr>
                        <m:ctrlPr>
                          <a:rPr lang="en-ID" sz="1600" i="1">
                            <a:latin typeface="Cambria Math" panose="02040503050406030204" pitchFamily="18" charset="0"/>
                          </a:rPr>
                        </m:ctrlPr>
                      </m:fPr>
                      <m:num>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i="1">
                                <a:latin typeface="Cambria Math" panose="02040503050406030204" pitchFamily="18" charset="0"/>
                              </a:rPr>
                              <m:t>+1</m:t>
                            </m:r>
                          </m:sub>
                        </m:sSub>
                        <m:r>
                          <a:rPr lang="en-US" sz="1600" i="1">
                            <a:latin typeface="Cambria Math" panose="02040503050406030204" pitchFamily="18" charset="0"/>
                          </a:rPr>
                          <m:t> −</m:t>
                        </m:r>
                        <m:sSub>
                          <m:sSubPr>
                            <m:ctrlPr>
                              <a:rPr lang="en-ID" sz="1600" i="1">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𝑖</m:t>
                            </m:r>
                            <m:r>
                              <a:rPr lang="en-US" sz="1600" b="0" i="1" smtClean="0">
                                <a:latin typeface="Cambria Math" panose="02040503050406030204" pitchFamily="18" charset="0"/>
                              </a:rPr>
                              <m:t>−1</m:t>
                            </m:r>
                          </m:sub>
                        </m:sSub>
                      </m:num>
                      <m:den>
                        <m:r>
                          <a:rPr lang="en-US" sz="1600" b="0" i="1" smtClean="0">
                            <a:latin typeface="Cambria Math" panose="02040503050406030204" pitchFamily="18" charset="0"/>
                          </a:rPr>
                          <m:t>2</m:t>
                        </m:r>
                        <m:r>
                          <a:rPr lang="en-ID" sz="1600" i="1">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𝑦</m:t>
                        </m:r>
                      </m:den>
                    </m:f>
                    <m:r>
                      <a:rPr lang="en-US" sz="1600" b="0" i="1" smtClean="0">
                        <a:latin typeface="Cambria Math" panose="02040503050406030204" pitchFamily="18" charset="0"/>
                      </a:rPr>
                      <m:t> </m:t>
                    </m:r>
                  </m:oMath>
                </a14:m>
                <a:r>
                  <a:rPr lang="en-US" sz="1600" dirty="0"/>
                  <a:t> </a:t>
                </a:r>
              </a:p>
            </p:txBody>
          </p:sp>
        </mc:Choice>
        <mc:Fallback>
          <p:sp>
            <p:nvSpPr>
              <p:cNvPr id="4" name="Google Shape;164;p30">
                <a:extLst>
                  <a:ext uri="{FF2B5EF4-FFF2-40B4-BE49-F238E27FC236}">
                    <a16:creationId xmlns:a16="http://schemas.microsoft.com/office/drawing/2014/main" id="{45BDBBFE-D4E1-648A-819B-CB32AD01EEC0}"/>
                  </a:ext>
                </a:extLst>
              </p:cNvPr>
              <p:cNvSpPr txBox="1">
                <a:spLocks noRot="1" noChangeAspect="1" noMove="1" noResize="1" noEditPoints="1" noAdjustHandles="1" noChangeArrowheads="1" noChangeShapeType="1" noTextEdit="1"/>
              </p:cNvSpPr>
              <p:nvPr/>
            </p:nvSpPr>
            <p:spPr>
              <a:xfrm>
                <a:off x="5788478" y="1263082"/>
                <a:ext cx="2579914" cy="1308667"/>
              </a:xfrm>
              <a:prstGeom prst="rect">
                <a:avLst/>
              </a:prstGeom>
              <a:blipFill>
                <a:blip r:embed="rId6"/>
                <a:stretch>
                  <a:fillRect b="-13488"/>
                </a:stretch>
              </a:blipFill>
              <a:ln>
                <a:noFill/>
              </a:ln>
            </p:spPr>
            <p:txBody>
              <a:bodyPr/>
              <a:lstStyle/>
              <a:p>
                <a:r>
                  <a:rPr lang="en-ID">
                    <a:noFill/>
                  </a:rPr>
                  <a:t> </a:t>
                </a:r>
              </a:p>
            </p:txBody>
          </p:sp>
        </mc:Fallback>
      </mc:AlternateContent>
    </p:spTree>
    <p:extLst>
      <p:ext uri="{BB962C8B-B14F-4D97-AF65-F5344CB8AC3E}">
        <p14:creationId xmlns:p14="http://schemas.microsoft.com/office/powerpoint/2010/main" val="3117271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1"/>
          <p:cNvSpPr txBox="1">
            <a:spLocks noGrp="1"/>
          </p:cNvSpPr>
          <p:nvPr>
            <p:ph type="title"/>
          </p:nvPr>
        </p:nvSpPr>
        <p:spPr>
          <a:xfrm>
            <a:off x="2363935" y="1337500"/>
            <a:ext cx="6306600" cy="1134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1416B"/>
              </a:buClr>
              <a:buSzPts val="2800"/>
              <a:buFont typeface="Arial"/>
              <a:buNone/>
            </a:pPr>
            <a:r>
              <a:rPr lang="en" dirty="0"/>
              <a:t>Algoritma Program</a:t>
            </a:r>
            <a:endParaRPr dirty="0"/>
          </a:p>
        </p:txBody>
      </p:sp>
      <p:sp>
        <p:nvSpPr>
          <p:cNvPr id="173" name="Google Shape;173;p31"/>
          <p:cNvSpPr txBox="1">
            <a:spLocks noGrp="1"/>
          </p:cNvSpPr>
          <p:nvPr>
            <p:ph type="body" idx="1"/>
          </p:nvPr>
        </p:nvSpPr>
        <p:spPr>
          <a:xfrm>
            <a:off x="2363935" y="2671619"/>
            <a:ext cx="2504400" cy="1007700"/>
          </a:xfrm>
          <a:prstGeom prst="rect">
            <a:avLst/>
          </a:prstGeom>
          <a:noFill/>
          <a:ln>
            <a:noFill/>
          </a:ln>
        </p:spPr>
        <p:txBody>
          <a:bodyPr spcFirstLastPara="1" wrap="square" lIns="91425" tIns="45700" rIns="91425" bIns="45700" anchor="t" anchorCtr="0">
            <a:normAutofit/>
          </a:bodyPr>
          <a:lstStyle/>
          <a:p>
            <a:pPr marL="0" lvl="0" indent="0" algn="l" rtl="0">
              <a:lnSpc>
                <a:spcPct val="148571"/>
              </a:lnSpc>
              <a:spcBef>
                <a:spcPts val="0"/>
              </a:spcBef>
              <a:spcAft>
                <a:spcPts val="0"/>
              </a:spcAft>
              <a:buClr>
                <a:schemeClr val="dk1"/>
              </a:buClr>
              <a:buSzPts val="1050"/>
              <a:buFont typeface="Arial"/>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7">
          <a:extLst>
            <a:ext uri="{FF2B5EF4-FFF2-40B4-BE49-F238E27FC236}">
              <a16:creationId xmlns:a16="http://schemas.microsoft.com/office/drawing/2014/main" id="{BE2825DC-6CDD-EE34-9442-4CC34B8131B2}"/>
            </a:ext>
          </a:extLst>
        </p:cNvPr>
        <p:cNvGrpSpPr/>
        <p:nvPr/>
      </p:nvGrpSpPr>
      <p:grpSpPr>
        <a:xfrm>
          <a:off x="0" y="0"/>
          <a:ext cx="0" cy="0"/>
          <a:chOff x="0" y="0"/>
          <a:chExt cx="0" cy="0"/>
        </a:xfrm>
      </p:grpSpPr>
      <p:pic>
        <p:nvPicPr>
          <p:cNvPr id="3" name="Picture 2" descr="A diagram of a process&#10;&#10;AI-generated content may be incorrect.">
            <a:extLst>
              <a:ext uri="{FF2B5EF4-FFF2-40B4-BE49-F238E27FC236}">
                <a16:creationId xmlns:a16="http://schemas.microsoft.com/office/drawing/2014/main" id="{410AF9E1-1438-6E29-C86B-47ED8E8E034E}"/>
              </a:ext>
            </a:extLst>
          </p:cNvPr>
          <p:cNvPicPr>
            <a:picLocks noChangeAspect="1"/>
          </p:cNvPicPr>
          <p:nvPr/>
        </p:nvPicPr>
        <p:blipFill>
          <a:blip r:embed="rId3"/>
          <a:stretch>
            <a:fillRect/>
          </a:stretch>
        </p:blipFill>
        <p:spPr>
          <a:xfrm>
            <a:off x="2827269" y="216966"/>
            <a:ext cx="3818459" cy="4709433"/>
          </a:xfrm>
          <a:prstGeom prst="rect">
            <a:avLst/>
          </a:prstGeom>
        </p:spPr>
      </p:pic>
    </p:spTree>
    <p:extLst>
      <p:ext uri="{BB962C8B-B14F-4D97-AF65-F5344CB8AC3E}">
        <p14:creationId xmlns:p14="http://schemas.microsoft.com/office/powerpoint/2010/main" val="438324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E4085108-A818-1E1F-AA14-9B69940A4EE0}"/>
            </a:ext>
          </a:extLst>
        </p:cNvPr>
        <p:cNvGrpSpPr/>
        <p:nvPr/>
      </p:nvGrpSpPr>
      <p:grpSpPr>
        <a:xfrm>
          <a:off x="0" y="0"/>
          <a:ext cx="0" cy="0"/>
          <a:chOff x="0" y="0"/>
          <a:chExt cx="0" cy="0"/>
        </a:xfrm>
      </p:grpSpPr>
      <p:sp>
        <p:nvSpPr>
          <p:cNvPr id="172" name="Google Shape;172;p31">
            <a:extLst>
              <a:ext uri="{FF2B5EF4-FFF2-40B4-BE49-F238E27FC236}">
                <a16:creationId xmlns:a16="http://schemas.microsoft.com/office/drawing/2014/main" id="{D612B04F-2E89-902C-80A6-ADBCEA11D386}"/>
              </a:ext>
            </a:extLst>
          </p:cNvPr>
          <p:cNvSpPr txBox="1">
            <a:spLocks noGrp="1"/>
          </p:cNvSpPr>
          <p:nvPr>
            <p:ph type="title"/>
          </p:nvPr>
        </p:nvSpPr>
        <p:spPr>
          <a:xfrm>
            <a:off x="2363935" y="1337500"/>
            <a:ext cx="6306600" cy="1134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1416B"/>
              </a:buClr>
              <a:buSzPts val="2800"/>
              <a:buFont typeface="Arial"/>
              <a:buNone/>
            </a:pPr>
            <a:r>
              <a:rPr lang="en" dirty="0"/>
              <a:t>Code Adveksi 1 Dimensi</a:t>
            </a:r>
            <a:endParaRPr dirty="0"/>
          </a:p>
          <a:p>
            <a:pPr marL="0" lvl="0" indent="0" algn="l" rtl="0">
              <a:lnSpc>
                <a:spcPct val="90000"/>
              </a:lnSpc>
              <a:spcBef>
                <a:spcPts val="0"/>
              </a:spcBef>
              <a:spcAft>
                <a:spcPts val="0"/>
              </a:spcAft>
              <a:buClr>
                <a:srgbClr val="01416B"/>
              </a:buClr>
              <a:buSzPts val="2800"/>
              <a:buFont typeface="Arial"/>
              <a:buNone/>
            </a:pPr>
            <a:endParaRPr dirty="0"/>
          </a:p>
        </p:txBody>
      </p:sp>
      <p:sp>
        <p:nvSpPr>
          <p:cNvPr id="173" name="Google Shape;173;p31">
            <a:extLst>
              <a:ext uri="{FF2B5EF4-FFF2-40B4-BE49-F238E27FC236}">
                <a16:creationId xmlns:a16="http://schemas.microsoft.com/office/drawing/2014/main" id="{B7CF46CC-6381-452B-98D4-02291EC2C636}"/>
              </a:ext>
            </a:extLst>
          </p:cNvPr>
          <p:cNvSpPr txBox="1">
            <a:spLocks noGrp="1"/>
          </p:cNvSpPr>
          <p:nvPr>
            <p:ph type="body" idx="1"/>
          </p:nvPr>
        </p:nvSpPr>
        <p:spPr>
          <a:xfrm>
            <a:off x="2363935" y="2671619"/>
            <a:ext cx="2504400" cy="1007700"/>
          </a:xfrm>
          <a:prstGeom prst="rect">
            <a:avLst/>
          </a:prstGeom>
          <a:noFill/>
          <a:ln>
            <a:noFill/>
          </a:ln>
        </p:spPr>
        <p:txBody>
          <a:bodyPr spcFirstLastPara="1" wrap="square" lIns="91425" tIns="45700" rIns="91425" bIns="45700" anchor="t" anchorCtr="0">
            <a:normAutofit/>
          </a:bodyPr>
          <a:lstStyle/>
          <a:p>
            <a:pPr marL="0" lvl="0" indent="0" algn="l" rtl="0">
              <a:lnSpc>
                <a:spcPct val="148571"/>
              </a:lnSpc>
              <a:spcBef>
                <a:spcPts val="0"/>
              </a:spcBef>
              <a:spcAft>
                <a:spcPts val="0"/>
              </a:spcAft>
              <a:buClr>
                <a:schemeClr val="dk1"/>
              </a:buClr>
              <a:buSzPts val="1050"/>
              <a:buFont typeface="Arial"/>
              <a:buNone/>
            </a:pPr>
            <a:endParaRPr/>
          </a:p>
        </p:txBody>
      </p:sp>
    </p:spTree>
    <p:extLst>
      <p:ext uri="{BB962C8B-B14F-4D97-AF65-F5344CB8AC3E}">
        <p14:creationId xmlns:p14="http://schemas.microsoft.com/office/powerpoint/2010/main" val="942070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2"/>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416B"/>
              </a:buClr>
              <a:buSzPts val="3200"/>
              <a:buFont typeface="Arial"/>
              <a:buNone/>
            </a:pPr>
            <a:endParaRPr dirty="0"/>
          </a:p>
        </p:txBody>
      </p:sp>
      <p:sp>
        <p:nvSpPr>
          <p:cNvPr id="179" name="Google Shape;179;p32"/>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3"/>
          <p:cNvSpPr txBox="1">
            <a:spLocks noGrp="1"/>
          </p:cNvSpPr>
          <p:nvPr>
            <p:ph type="title"/>
          </p:nvPr>
        </p:nvSpPr>
        <p:spPr>
          <a:xfrm>
            <a:off x="2363935" y="1337500"/>
            <a:ext cx="6306600" cy="1134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1416B"/>
              </a:buClr>
              <a:buSzPts val="2800"/>
              <a:buFont typeface="Arial"/>
              <a:buNone/>
            </a:pPr>
            <a:r>
              <a:rPr lang="en" dirty="0"/>
              <a:t>Hasil 1 Dimensi </a:t>
            </a:r>
            <a:endParaRPr dirty="0"/>
          </a:p>
          <a:p>
            <a:pPr marL="0" lvl="0" indent="0" algn="l" rtl="0">
              <a:lnSpc>
                <a:spcPct val="90000"/>
              </a:lnSpc>
              <a:spcBef>
                <a:spcPts val="0"/>
              </a:spcBef>
              <a:spcAft>
                <a:spcPts val="0"/>
              </a:spcAft>
              <a:buClr>
                <a:srgbClr val="01416B"/>
              </a:buClr>
              <a:buSzPts val="2800"/>
              <a:buFont typeface="Arial"/>
              <a:buNone/>
            </a:pPr>
            <a:endParaRPr dirty="0"/>
          </a:p>
        </p:txBody>
      </p:sp>
      <p:sp>
        <p:nvSpPr>
          <p:cNvPr id="185" name="Google Shape;185;p33"/>
          <p:cNvSpPr txBox="1">
            <a:spLocks noGrp="1"/>
          </p:cNvSpPr>
          <p:nvPr>
            <p:ph type="body" idx="1"/>
          </p:nvPr>
        </p:nvSpPr>
        <p:spPr>
          <a:xfrm>
            <a:off x="2363935" y="2671619"/>
            <a:ext cx="2504400" cy="1007700"/>
          </a:xfrm>
          <a:prstGeom prst="rect">
            <a:avLst/>
          </a:prstGeom>
          <a:noFill/>
          <a:ln>
            <a:noFill/>
          </a:ln>
        </p:spPr>
        <p:txBody>
          <a:bodyPr spcFirstLastPara="1" wrap="square" lIns="91425" tIns="45700" rIns="91425" bIns="45700" anchor="t" anchorCtr="0">
            <a:normAutofit/>
          </a:bodyPr>
          <a:lstStyle/>
          <a:p>
            <a:pPr marL="0" lvl="0" indent="0" algn="l" rtl="0">
              <a:lnSpc>
                <a:spcPct val="148571"/>
              </a:lnSpc>
              <a:spcBef>
                <a:spcPts val="0"/>
              </a:spcBef>
              <a:spcAft>
                <a:spcPts val="0"/>
              </a:spcAft>
              <a:buClr>
                <a:schemeClr val="dk1"/>
              </a:buClr>
              <a:buSzPts val="1050"/>
              <a:buFont typeface="Arial"/>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053E7264-7771-2DC4-19E6-2A39CFDEAAFF}"/>
            </a:ext>
          </a:extLst>
        </p:cNvPr>
        <p:cNvGrpSpPr/>
        <p:nvPr/>
      </p:nvGrpSpPr>
      <p:grpSpPr>
        <a:xfrm>
          <a:off x="0" y="0"/>
          <a:ext cx="0" cy="0"/>
          <a:chOff x="0" y="0"/>
          <a:chExt cx="0" cy="0"/>
        </a:xfrm>
      </p:grpSpPr>
      <p:sp>
        <p:nvSpPr>
          <p:cNvPr id="190" name="Google Shape;190;p34">
            <a:extLst>
              <a:ext uri="{FF2B5EF4-FFF2-40B4-BE49-F238E27FC236}">
                <a16:creationId xmlns:a16="http://schemas.microsoft.com/office/drawing/2014/main" id="{0F767AC6-C0CE-9CB5-49A7-1BBA0EC4150A}"/>
              </a:ext>
            </a:extLst>
          </p:cNvPr>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416B"/>
              </a:buClr>
              <a:buSzPts val="3200"/>
              <a:buFont typeface="Arial"/>
              <a:buNone/>
            </a:pPr>
            <a:endParaRPr/>
          </a:p>
        </p:txBody>
      </p:sp>
      <p:sp>
        <p:nvSpPr>
          <p:cNvPr id="191" name="Google Shape;191;p34">
            <a:extLst>
              <a:ext uri="{FF2B5EF4-FFF2-40B4-BE49-F238E27FC236}">
                <a16:creationId xmlns:a16="http://schemas.microsoft.com/office/drawing/2014/main" id="{93B28142-26E1-BFEE-0F5D-D52E1FA081CE}"/>
              </a:ext>
            </a:extLst>
          </p:cNvPr>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extLst>
      <p:ext uri="{BB962C8B-B14F-4D97-AF65-F5344CB8AC3E}">
        <p14:creationId xmlns:p14="http://schemas.microsoft.com/office/powerpoint/2010/main" val="943119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4E851441-EF9B-D119-3A96-8FED3CF847FE}"/>
            </a:ext>
          </a:extLst>
        </p:cNvPr>
        <p:cNvGrpSpPr/>
        <p:nvPr/>
      </p:nvGrpSpPr>
      <p:grpSpPr>
        <a:xfrm>
          <a:off x="0" y="0"/>
          <a:ext cx="0" cy="0"/>
          <a:chOff x="0" y="0"/>
          <a:chExt cx="0" cy="0"/>
        </a:xfrm>
      </p:grpSpPr>
      <p:sp>
        <p:nvSpPr>
          <p:cNvPr id="172" name="Google Shape;172;p31">
            <a:extLst>
              <a:ext uri="{FF2B5EF4-FFF2-40B4-BE49-F238E27FC236}">
                <a16:creationId xmlns:a16="http://schemas.microsoft.com/office/drawing/2014/main" id="{2D35A658-A3BA-C925-1FF3-0C5C53FDAA54}"/>
              </a:ext>
            </a:extLst>
          </p:cNvPr>
          <p:cNvSpPr txBox="1">
            <a:spLocks noGrp="1"/>
          </p:cNvSpPr>
          <p:nvPr>
            <p:ph type="title"/>
          </p:nvPr>
        </p:nvSpPr>
        <p:spPr>
          <a:xfrm>
            <a:off x="2363935" y="1337500"/>
            <a:ext cx="6306600" cy="1134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1416B"/>
              </a:buClr>
              <a:buSzPts val="2800"/>
              <a:buFont typeface="Arial"/>
              <a:buNone/>
            </a:pPr>
            <a:r>
              <a:rPr lang="en" dirty="0"/>
              <a:t>Code Adveksi 2 Dimensi</a:t>
            </a:r>
            <a:endParaRPr dirty="0"/>
          </a:p>
          <a:p>
            <a:pPr marL="0" lvl="0" indent="0" algn="l" rtl="0">
              <a:lnSpc>
                <a:spcPct val="90000"/>
              </a:lnSpc>
              <a:spcBef>
                <a:spcPts val="0"/>
              </a:spcBef>
              <a:spcAft>
                <a:spcPts val="0"/>
              </a:spcAft>
              <a:buClr>
                <a:srgbClr val="01416B"/>
              </a:buClr>
              <a:buSzPts val="2800"/>
              <a:buFont typeface="Arial"/>
              <a:buNone/>
            </a:pPr>
            <a:endParaRPr dirty="0"/>
          </a:p>
        </p:txBody>
      </p:sp>
      <p:sp>
        <p:nvSpPr>
          <p:cNvPr id="173" name="Google Shape;173;p31">
            <a:extLst>
              <a:ext uri="{FF2B5EF4-FFF2-40B4-BE49-F238E27FC236}">
                <a16:creationId xmlns:a16="http://schemas.microsoft.com/office/drawing/2014/main" id="{235C816F-0726-DB9A-0543-0137DB2E74C1}"/>
              </a:ext>
            </a:extLst>
          </p:cNvPr>
          <p:cNvSpPr txBox="1">
            <a:spLocks noGrp="1"/>
          </p:cNvSpPr>
          <p:nvPr>
            <p:ph type="body" idx="1"/>
          </p:nvPr>
        </p:nvSpPr>
        <p:spPr>
          <a:xfrm>
            <a:off x="2363935" y="2671619"/>
            <a:ext cx="2504400" cy="1007700"/>
          </a:xfrm>
          <a:prstGeom prst="rect">
            <a:avLst/>
          </a:prstGeom>
          <a:noFill/>
          <a:ln>
            <a:noFill/>
          </a:ln>
        </p:spPr>
        <p:txBody>
          <a:bodyPr spcFirstLastPara="1" wrap="square" lIns="91425" tIns="45700" rIns="91425" bIns="45700" anchor="t" anchorCtr="0">
            <a:normAutofit/>
          </a:bodyPr>
          <a:lstStyle/>
          <a:p>
            <a:pPr marL="0" lvl="0" indent="0" algn="l" rtl="0">
              <a:lnSpc>
                <a:spcPct val="148571"/>
              </a:lnSpc>
              <a:spcBef>
                <a:spcPts val="0"/>
              </a:spcBef>
              <a:spcAft>
                <a:spcPts val="0"/>
              </a:spcAft>
              <a:buClr>
                <a:schemeClr val="dk1"/>
              </a:buClr>
              <a:buSzPts val="1050"/>
              <a:buFont typeface="Arial"/>
              <a:buNone/>
            </a:pPr>
            <a:endParaRPr/>
          </a:p>
        </p:txBody>
      </p:sp>
    </p:spTree>
    <p:extLst>
      <p:ext uri="{BB962C8B-B14F-4D97-AF65-F5344CB8AC3E}">
        <p14:creationId xmlns:p14="http://schemas.microsoft.com/office/powerpoint/2010/main" val="2297647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4"/>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416B"/>
              </a:buClr>
              <a:buSzPts val="3200"/>
              <a:buFont typeface="Arial"/>
              <a:buNone/>
            </a:pPr>
            <a:endParaRPr/>
          </a:p>
        </p:txBody>
      </p:sp>
      <p:sp>
        <p:nvSpPr>
          <p:cNvPr id="191" name="Google Shape;191;p34"/>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1D307B22-F83F-3494-D1AC-7E3F5F5AEB72}"/>
            </a:ext>
          </a:extLst>
        </p:cNvPr>
        <p:cNvGrpSpPr/>
        <p:nvPr/>
      </p:nvGrpSpPr>
      <p:grpSpPr>
        <a:xfrm>
          <a:off x="0" y="0"/>
          <a:ext cx="0" cy="0"/>
          <a:chOff x="0" y="0"/>
          <a:chExt cx="0" cy="0"/>
        </a:xfrm>
      </p:grpSpPr>
      <p:sp>
        <p:nvSpPr>
          <p:cNvPr id="184" name="Google Shape;184;p33">
            <a:extLst>
              <a:ext uri="{FF2B5EF4-FFF2-40B4-BE49-F238E27FC236}">
                <a16:creationId xmlns:a16="http://schemas.microsoft.com/office/drawing/2014/main" id="{1C1D9572-0182-9282-74CA-5B28B609EBA0}"/>
              </a:ext>
            </a:extLst>
          </p:cNvPr>
          <p:cNvSpPr txBox="1">
            <a:spLocks noGrp="1"/>
          </p:cNvSpPr>
          <p:nvPr>
            <p:ph type="title"/>
          </p:nvPr>
        </p:nvSpPr>
        <p:spPr>
          <a:xfrm>
            <a:off x="2363935" y="1337500"/>
            <a:ext cx="6306600" cy="1134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1416B"/>
              </a:buClr>
              <a:buSzPts val="2800"/>
              <a:buFont typeface="Arial"/>
              <a:buNone/>
            </a:pPr>
            <a:r>
              <a:rPr lang="en"/>
              <a:t>Hasil </a:t>
            </a:r>
            <a:endParaRPr/>
          </a:p>
          <a:p>
            <a:pPr marL="0" lvl="0" indent="0" algn="l" rtl="0">
              <a:lnSpc>
                <a:spcPct val="90000"/>
              </a:lnSpc>
              <a:spcBef>
                <a:spcPts val="0"/>
              </a:spcBef>
              <a:spcAft>
                <a:spcPts val="0"/>
              </a:spcAft>
              <a:buClr>
                <a:srgbClr val="01416B"/>
              </a:buClr>
              <a:buSzPts val="2800"/>
              <a:buFont typeface="Arial"/>
              <a:buNone/>
            </a:pPr>
            <a:endParaRPr/>
          </a:p>
        </p:txBody>
      </p:sp>
      <p:sp>
        <p:nvSpPr>
          <p:cNvPr id="185" name="Google Shape;185;p33">
            <a:extLst>
              <a:ext uri="{FF2B5EF4-FFF2-40B4-BE49-F238E27FC236}">
                <a16:creationId xmlns:a16="http://schemas.microsoft.com/office/drawing/2014/main" id="{53B60D59-A93A-F0A1-027B-341ED3D5CDB8}"/>
              </a:ext>
            </a:extLst>
          </p:cNvPr>
          <p:cNvSpPr txBox="1">
            <a:spLocks noGrp="1"/>
          </p:cNvSpPr>
          <p:nvPr>
            <p:ph type="body" idx="1"/>
          </p:nvPr>
        </p:nvSpPr>
        <p:spPr>
          <a:xfrm>
            <a:off x="2363935" y="2671619"/>
            <a:ext cx="2504400" cy="1007700"/>
          </a:xfrm>
          <a:prstGeom prst="rect">
            <a:avLst/>
          </a:prstGeom>
          <a:noFill/>
          <a:ln>
            <a:noFill/>
          </a:ln>
        </p:spPr>
        <p:txBody>
          <a:bodyPr spcFirstLastPara="1" wrap="square" lIns="91425" tIns="45700" rIns="91425" bIns="45700" anchor="t" anchorCtr="0">
            <a:normAutofit/>
          </a:bodyPr>
          <a:lstStyle/>
          <a:p>
            <a:pPr marL="0" lvl="0" indent="0" algn="l" rtl="0">
              <a:lnSpc>
                <a:spcPct val="148571"/>
              </a:lnSpc>
              <a:spcBef>
                <a:spcPts val="0"/>
              </a:spcBef>
              <a:spcAft>
                <a:spcPts val="0"/>
              </a:spcAft>
              <a:buClr>
                <a:schemeClr val="dk1"/>
              </a:buClr>
              <a:buSzPts val="1050"/>
              <a:buFont typeface="Arial"/>
              <a:buNone/>
            </a:pPr>
            <a:endParaRPr/>
          </a:p>
        </p:txBody>
      </p:sp>
    </p:spTree>
    <p:extLst>
      <p:ext uri="{BB962C8B-B14F-4D97-AF65-F5344CB8AC3E}">
        <p14:creationId xmlns:p14="http://schemas.microsoft.com/office/powerpoint/2010/main" val="1242364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a:extLst>
            <a:ext uri="{FF2B5EF4-FFF2-40B4-BE49-F238E27FC236}">
              <a16:creationId xmlns:a16="http://schemas.microsoft.com/office/drawing/2014/main" id="{C322BCEA-1528-62D0-D570-9347D9B778BF}"/>
            </a:ext>
          </a:extLst>
        </p:cNvPr>
        <p:cNvGrpSpPr/>
        <p:nvPr/>
      </p:nvGrpSpPr>
      <p:grpSpPr>
        <a:xfrm>
          <a:off x="0" y="0"/>
          <a:ext cx="0" cy="0"/>
          <a:chOff x="0" y="0"/>
          <a:chExt cx="0" cy="0"/>
        </a:xfrm>
      </p:grpSpPr>
      <p:sp>
        <p:nvSpPr>
          <p:cNvPr id="190" name="Google Shape;190;p34">
            <a:extLst>
              <a:ext uri="{FF2B5EF4-FFF2-40B4-BE49-F238E27FC236}">
                <a16:creationId xmlns:a16="http://schemas.microsoft.com/office/drawing/2014/main" id="{273AE884-0D04-946F-9B77-D41D0593CF15}"/>
              </a:ext>
            </a:extLst>
          </p:cNvPr>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416B"/>
              </a:buClr>
              <a:buSzPts val="3200"/>
              <a:buFont typeface="Arial"/>
              <a:buNone/>
            </a:pPr>
            <a:endParaRPr/>
          </a:p>
        </p:txBody>
      </p:sp>
      <p:sp>
        <p:nvSpPr>
          <p:cNvPr id="191" name="Google Shape;191;p34">
            <a:extLst>
              <a:ext uri="{FF2B5EF4-FFF2-40B4-BE49-F238E27FC236}">
                <a16:creationId xmlns:a16="http://schemas.microsoft.com/office/drawing/2014/main" id="{52204DD5-890A-7B8C-FE36-4A794DBFD3A0}"/>
              </a:ext>
            </a:extLst>
          </p:cNvPr>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extLst>
      <p:ext uri="{BB962C8B-B14F-4D97-AF65-F5344CB8AC3E}">
        <p14:creationId xmlns:p14="http://schemas.microsoft.com/office/powerpoint/2010/main" val="1996669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5"/>
          <p:cNvSpPr txBox="1">
            <a:spLocks noGrp="1"/>
          </p:cNvSpPr>
          <p:nvPr>
            <p:ph type="title"/>
          </p:nvPr>
        </p:nvSpPr>
        <p:spPr>
          <a:xfrm>
            <a:off x="2363935" y="1337500"/>
            <a:ext cx="6306600" cy="1134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1416B"/>
              </a:buClr>
              <a:buSzPts val="2800"/>
              <a:buFont typeface="Arial"/>
              <a:buNone/>
            </a:pPr>
            <a:r>
              <a:rPr lang="en"/>
              <a:t>Kesimpulan</a:t>
            </a:r>
            <a:endParaRPr/>
          </a:p>
        </p:txBody>
      </p:sp>
      <p:sp>
        <p:nvSpPr>
          <p:cNvPr id="197" name="Google Shape;197;p35"/>
          <p:cNvSpPr txBox="1">
            <a:spLocks noGrp="1"/>
          </p:cNvSpPr>
          <p:nvPr>
            <p:ph type="body" idx="1"/>
          </p:nvPr>
        </p:nvSpPr>
        <p:spPr>
          <a:xfrm>
            <a:off x="2363935" y="2671619"/>
            <a:ext cx="2504400" cy="1007700"/>
          </a:xfrm>
          <a:prstGeom prst="rect">
            <a:avLst/>
          </a:prstGeom>
          <a:noFill/>
          <a:ln>
            <a:noFill/>
          </a:ln>
        </p:spPr>
        <p:txBody>
          <a:bodyPr spcFirstLastPara="1" wrap="square" lIns="91425" tIns="45700" rIns="91425" bIns="45700" anchor="t" anchorCtr="0">
            <a:normAutofit/>
          </a:bodyPr>
          <a:lstStyle/>
          <a:p>
            <a:pPr marL="0" lvl="0" indent="0" algn="l" rtl="0">
              <a:lnSpc>
                <a:spcPct val="148571"/>
              </a:lnSpc>
              <a:spcBef>
                <a:spcPts val="0"/>
              </a:spcBef>
              <a:spcAft>
                <a:spcPts val="0"/>
              </a:spcAft>
              <a:buClr>
                <a:schemeClr val="dk1"/>
              </a:buClr>
              <a:buSzPts val="1050"/>
              <a:buFont typeface="Arial"/>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6"/>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416B"/>
              </a:buClr>
              <a:buSzPts val="3200"/>
              <a:buFont typeface="Arial"/>
              <a:buNone/>
            </a:pPr>
            <a:endParaRPr/>
          </a:p>
        </p:txBody>
      </p:sp>
      <p:sp>
        <p:nvSpPr>
          <p:cNvPr id="203" name="Google Shape;203;p36"/>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7"/>
          <p:cNvSpPr txBox="1">
            <a:spLocks noGrp="1"/>
          </p:cNvSpPr>
          <p:nvPr>
            <p:ph type="title"/>
          </p:nvPr>
        </p:nvSpPr>
        <p:spPr>
          <a:xfrm>
            <a:off x="2363935" y="1337500"/>
            <a:ext cx="6306600" cy="11343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1416B"/>
              </a:buClr>
              <a:buSzPts val="2800"/>
              <a:buFont typeface="Arial"/>
              <a:buNone/>
            </a:pPr>
            <a:r>
              <a:rPr lang="en"/>
              <a:t>Kegunaan Dalam Geofisika</a:t>
            </a:r>
            <a:endParaRPr/>
          </a:p>
          <a:p>
            <a:pPr marL="0" lvl="0" indent="0" algn="l" rtl="0">
              <a:lnSpc>
                <a:spcPct val="90000"/>
              </a:lnSpc>
              <a:spcBef>
                <a:spcPts val="0"/>
              </a:spcBef>
              <a:spcAft>
                <a:spcPts val="0"/>
              </a:spcAft>
              <a:buClr>
                <a:srgbClr val="01416B"/>
              </a:buClr>
              <a:buSzPts val="2800"/>
              <a:buFont typeface="Arial"/>
              <a:buNone/>
            </a:pPr>
            <a:endParaRPr/>
          </a:p>
        </p:txBody>
      </p:sp>
      <p:sp>
        <p:nvSpPr>
          <p:cNvPr id="209" name="Google Shape;209;p37"/>
          <p:cNvSpPr txBox="1">
            <a:spLocks noGrp="1"/>
          </p:cNvSpPr>
          <p:nvPr>
            <p:ph type="body" idx="1"/>
          </p:nvPr>
        </p:nvSpPr>
        <p:spPr>
          <a:xfrm>
            <a:off x="2363935" y="2671619"/>
            <a:ext cx="2504400" cy="1007700"/>
          </a:xfrm>
          <a:prstGeom prst="rect">
            <a:avLst/>
          </a:prstGeom>
          <a:noFill/>
          <a:ln>
            <a:noFill/>
          </a:ln>
        </p:spPr>
        <p:txBody>
          <a:bodyPr spcFirstLastPara="1" wrap="square" lIns="91425" tIns="45700" rIns="91425" bIns="45700" anchor="t" anchorCtr="0">
            <a:normAutofit/>
          </a:bodyPr>
          <a:lstStyle/>
          <a:p>
            <a:pPr marL="0" lvl="0" indent="0" algn="l" rtl="0">
              <a:lnSpc>
                <a:spcPct val="148571"/>
              </a:lnSpc>
              <a:spcBef>
                <a:spcPts val="0"/>
              </a:spcBef>
              <a:spcAft>
                <a:spcPts val="0"/>
              </a:spcAft>
              <a:buClr>
                <a:schemeClr val="dk1"/>
              </a:buClr>
              <a:buSzPts val="1050"/>
              <a:buFont typeface="Arial"/>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8"/>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1416B"/>
              </a:buClr>
              <a:buSzPts val="3200"/>
              <a:buFont typeface="Arial"/>
              <a:buNone/>
            </a:pPr>
            <a:endParaRPr/>
          </a:p>
        </p:txBody>
      </p:sp>
      <p:sp>
        <p:nvSpPr>
          <p:cNvPr id="215" name="Google Shape;215;p38"/>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9"/>
        <p:cNvGrpSpPr/>
        <p:nvPr/>
      </p:nvGrpSpPr>
      <p:grpSpPr>
        <a:xfrm>
          <a:off x="0" y="0"/>
          <a:ext cx="0" cy="0"/>
          <a:chOff x="0" y="0"/>
          <a:chExt cx="0" cy="0"/>
        </a:xfrm>
      </p:grpSpPr>
      <p:sp>
        <p:nvSpPr>
          <p:cNvPr id="220" name="Google Shape;220;p39"/>
          <p:cNvSpPr/>
          <p:nvPr/>
        </p:nvSpPr>
        <p:spPr>
          <a:xfrm rot="-5400000">
            <a:off x="7957417" y="3955048"/>
            <a:ext cx="201275" cy="2171891"/>
          </a:xfrm>
          <a:custGeom>
            <a:avLst/>
            <a:gdLst/>
            <a:ahLst/>
            <a:cxnLst/>
            <a:rect l="l" t="t" r="r" b="b"/>
            <a:pathLst>
              <a:path w="357822" h="2895854" extrusionOk="0">
                <a:moveTo>
                  <a:pt x="0" y="0"/>
                </a:moveTo>
                <a:lnTo>
                  <a:pt x="357823" y="0"/>
                </a:lnTo>
                <a:lnTo>
                  <a:pt x="357823" y="2895854"/>
                </a:lnTo>
                <a:lnTo>
                  <a:pt x="0" y="2895854"/>
                </a:lnTo>
                <a:close/>
              </a:path>
            </a:pathLst>
          </a:custGeom>
          <a:solidFill>
            <a:srgbClr val="FDD5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21" name="Google Shape;221;p39"/>
          <p:cNvSpPr/>
          <p:nvPr/>
        </p:nvSpPr>
        <p:spPr>
          <a:xfrm rot="-5400000">
            <a:off x="3385417" y="1554938"/>
            <a:ext cx="201275" cy="6972110"/>
          </a:xfrm>
          <a:custGeom>
            <a:avLst/>
            <a:gdLst/>
            <a:ahLst/>
            <a:cxnLst/>
            <a:rect l="l" t="t" r="r" b="b"/>
            <a:pathLst>
              <a:path w="357822" h="9296146" extrusionOk="0">
                <a:moveTo>
                  <a:pt x="0" y="0"/>
                </a:moveTo>
                <a:lnTo>
                  <a:pt x="357822" y="0"/>
                </a:lnTo>
                <a:lnTo>
                  <a:pt x="357822" y="9296146"/>
                </a:lnTo>
                <a:lnTo>
                  <a:pt x="0" y="9296146"/>
                </a:lnTo>
                <a:close/>
              </a:path>
            </a:pathLst>
          </a:custGeom>
          <a:solidFill>
            <a:srgbClr val="0141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22" name="Google Shape;222;p39"/>
          <p:cNvSpPr txBox="1"/>
          <p:nvPr/>
        </p:nvSpPr>
        <p:spPr>
          <a:xfrm>
            <a:off x="825579" y="4947143"/>
            <a:ext cx="3600281" cy="1990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125">
                <a:solidFill>
                  <a:schemeClr val="lt1"/>
                </a:solidFill>
                <a:latin typeface="Arial"/>
                <a:ea typeface="Arial"/>
                <a:cs typeface="Arial"/>
                <a:sym typeface="Arial"/>
              </a:rPr>
              <a:t>LOCALLY ROOTED, GLOBALLY RESPECTED</a:t>
            </a:r>
            <a:endParaRPr/>
          </a:p>
        </p:txBody>
      </p:sp>
      <p:sp>
        <p:nvSpPr>
          <p:cNvPr id="223" name="Google Shape;223;p39"/>
          <p:cNvSpPr txBox="1"/>
          <p:nvPr/>
        </p:nvSpPr>
        <p:spPr>
          <a:xfrm>
            <a:off x="7559803" y="4947143"/>
            <a:ext cx="1051891" cy="1990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125">
                <a:solidFill>
                  <a:srgbClr val="00416B"/>
                </a:solidFill>
                <a:latin typeface="Arial"/>
                <a:ea typeface="Arial"/>
                <a:cs typeface="Arial"/>
                <a:sym typeface="Arial"/>
              </a:rPr>
              <a:t>ugm.ac.id</a:t>
            </a:r>
            <a:endParaRPr sz="1125">
              <a:solidFill>
                <a:srgbClr val="00416B"/>
              </a:solidFill>
              <a:latin typeface="Arial"/>
              <a:ea typeface="Arial"/>
              <a:cs typeface="Arial"/>
              <a:sym typeface="Arial"/>
            </a:endParaRPr>
          </a:p>
        </p:txBody>
      </p:sp>
      <p:sp>
        <p:nvSpPr>
          <p:cNvPr id="224" name="Google Shape;224;p39"/>
          <p:cNvSpPr txBox="1"/>
          <p:nvPr/>
        </p:nvSpPr>
        <p:spPr>
          <a:xfrm>
            <a:off x="826723" y="1909851"/>
            <a:ext cx="3219300" cy="681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912">
                <a:solidFill>
                  <a:srgbClr val="01416B"/>
                </a:solidFill>
              </a:rPr>
              <a:t>“Jangan percaya Zenar. Zenar tukang bohong”</a:t>
            </a:r>
            <a:endParaRPr/>
          </a:p>
        </p:txBody>
      </p:sp>
      <p:grpSp>
        <p:nvGrpSpPr>
          <p:cNvPr id="225" name="Google Shape;225;p39"/>
          <p:cNvGrpSpPr/>
          <p:nvPr/>
        </p:nvGrpSpPr>
        <p:grpSpPr>
          <a:xfrm>
            <a:off x="2943831" y="1592235"/>
            <a:ext cx="6200312" cy="3095816"/>
            <a:chOff x="6091745" y="1890839"/>
            <a:chExt cx="6100445" cy="4061269"/>
          </a:xfrm>
        </p:grpSpPr>
        <p:sp>
          <p:nvSpPr>
            <p:cNvPr id="226" name="Google Shape;226;p39"/>
            <p:cNvSpPr/>
            <p:nvPr/>
          </p:nvSpPr>
          <p:spPr>
            <a:xfrm>
              <a:off x="6099302" y="1890839"/>
              <a:ext cx="6092697" cy="2277999"/>
            </a:xfrm>
            <a:custGeom>
              <a:avLst/>
              <a:gdLst/>
              <a:ahLst/>
              <a:cxnLst/>
              <a:rect l="l" t="t" r="r" b="b"/>
              <a:pathLst>
                <a:path w="6092697" h="2277999" extrusionOk="0">
                  <a:moveTo>
                    <a:pt x="6092698" y="0"/>
                  </a:moveTo>
                  <a:lnTo>
                    <a:pt x="3759962" y="958596"/>
                  </a:lnTo>
                  <a:lnTo>
                    <a:pt x="3757930" y="950913"/>
                  </a:lnTo>
                  <a:lnTo>
                    <a:pt x="1948434" y="1430401"/>
                  </a:lnTo>
                  <a:lnTo>
                    <a:pt x="0" y="2218563"/>
                  </a:lnTo>
                  <a:lnTo>
                    <a:pt x="0" y="2277999"/>
                  </a:lnTo>
                  <a:lnTo>
                    <a:pt x="5143" y="2276729"/>
                  </a:lnTo>
                  <a:lnTo>
                    <a:pt x="3233293" y="1483805"/>
                  </a:lnTo>
                  <a:lnTo>
                    <a:pt x="2892869" y="1416241"/>
                  </a:lnTo>
                  <a:lnTo>
                    <a:pt x="6092698" y="579501"/>
                  </a:lnTo>
                  <a:lnTo>
                    <a:pt x="6092698" y="570865"/>
                  </a:lnTo>
                  <a:lnTo>
                    <a:pt x="2878518" y="1411351"/>
                  </a:lnTo>
                  <a:lnTo>
                    <a:pt x="2878518" y="1330198"/>
                  </a:lnTo>
                  <a:lnTo>
                    <a:pt x="6092698" y="480886"/>
                  </a:lnTo>
                  <a:lnTo>
                    <a:pt x="6092698" y="472250"/>
                  </a:lnTo>
                  <a:lnTo>
                    <a:pt x="2934335" y="1306767"/>
                  </a:lnTo>
                  <a:lnTo>
                    <a:pt x="6092698" y="8954"/>
                  </a:lnTo>
                  <a:lnTo>
                    <a:pt x="6092698" y="0"/>
                  </a:lnTo>
                  <a:close/>
                  <a:moveTo>
                    <a:pt x="111125" y="2182622"/>
                  </a:moveTo>
                  <a:lnTo>
                    <a:pt x="3017139" y="1449324"/>
                  </a:lnTo>
                  <a:lnTo>
                    <a:pt x="3194939" y="1484630"/>
                  </a:lnTo>
                  <a:lnTo>
                    <a:pt x="8382" y="2267331"/>
                  </a:lnTo>
                  <a:lnTo>
                    <a:pt x="8382" y="2224151"/>
                  </a:lnTo>
                  <a:lnTo>
                    <a:pt x="111125" y="2182622"/>
                  </a:lnTo>
                  <a:close/>
                  <a:moveTo>
                    <a:pt x="479044" y="2033778"/>
                  </a:moveTo>
                  <a:lnTo>
                    <a:pt x="2874454" y="1421003"/>
                  </a:lnTo>
                  <a:lnTo>
                    <a:pt x="2998089" y="1445514"/>
                  </a:lnTo>
                  <a:lnTo>
                    <a:pt x="167513" y="2159762"/>
                  </a:lnTo>
                  <a:lnTo>
                    <a:pt x="479044" y="2033778"/>
                  </a:lnTo>
                  <a:close/>
                  <a:moveTo>
                    <a:pt x="3757422" y="959612"/>
                  </a:moveTo>
                  <a:lnTo>
                    <a:pt x="2872994" y="1323023"/>
                  </a:lnTo>
                  <a:lnTo>
                    <a:pt x="2870137" y="1323785"/>
                  </a:lnTo>
                  <a:lnTo>
                    <a:pt x="2870137" y="1413510"/>
                  </a:lnTo>
                  <a:lnTo>
                    <a:pt x="536766" y="2010410"/>
                  </a:lnTo>
                  <a:lnTo>
                    <a:pt x="1951038" y="1438275"/>
                  </a:lnTo>
                  <a:lnTo>
                    <a:pt x="3757422" y="959612"/>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27" name="Google Shape;227;p39"/>
            <p:cNvSpPr/>
            <p:nvPr/>
          </p:nvSpPr>
          <p:spPr>
            <a:xfrm>
              <a:off x="12012993" y="4780343"/>
              <a:ext cx="179069" cy="825563"/>
            </a:xfrm>
            <a:custGeom>
              <a:avLst/>
              <a:gdLst/>
              <a:ahLst/>
              <a:cxnLst/>
              <a:rect l="l" t="t" r="r" b="b"/>
              <a:pathLst>
                <a:path w="179069" h="825563" extrusionOk="0">
                  <a:moveTo>
                    <a:pt x="0" y="825564"/>
                  </a:moveTo>
                  <a:lnTo>
                    <a:pt x="0" y="305372"/>
                  </a:lnTo>
                  <a:cubicBezTo>
                    <a:pt x="0" y="120904"/>
                    <a:pt x="10604" y="0"/>
                    <a:pt x="152336" y="0"/>
                  </a:cubicBezTo>
                  <a:cubicBezTo>
                    <a:pt x="161417" y="0"/>
                    <a:pt x="170307" y="1143"/>
                    <a:pt x="179070" y="3302"/>
                  </a:cubicBezTo>
                  <a:lnTo>
                    <a:pt x="179070" y="12002"/>
                  </a:lnTo>
                  <a:cubicBezTo>
                    <a:pt x="170370" y="9652"/>
                    <a:pt x="161417" y="8318"/>
                    <a:pt x="152336" y="8318"/>
                  </a:cubicBezTo>
                  <a:cubicBezTo>
                    <a:pt x="90488" y="8318"/>
                    <a:pt x="53657" y="30988"/>
                    <a:pt x="32893" y="81788"/>
                  </a:cubicBezTo>
                  <a:cubicBezTo>
                    <a:pt x="12573" y="131572"/>
                    <a:pt x="8382" y="207201"/>
                    <a:pt x="8382" y="305372"/>
                  </a:cubicBezTo>
                  <a:lnTo>
                    <a:pt x="8382" y="825564"/>
                  </a:lnTo>
                  <a:lnTo>
                    <a:pt x="0" y="825564"/>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28" name="Google Shape;228;p39"/>
            <p:cNvSpPr/>
            <p:nvPr/>
          </p:nvSpPr>
          <p:spPr>
            <a:xfrm>
              <a:off x="6506673" y="4222051"/>
              <a:ext cx="74862" cy="1211643"/>
            </a:xfrm>
            <a:custGeom>
              <a:avLst/>
              <a:gdLst/>
              <a:ahLst/>
              <a:cxnLst/>
              <a:rect l="l" t="t" r="r" b="b"/>
              <a:pathLst>
                <a:path w="74862" h="1211643" extrusionOk="0">
                  <a:moveTo>
                    <a:pt x="25000" y="8572"/>
                  </a:moveTo>
                  <a:cubicBezTo>
                    <a:pt x="30334" y="2921"/>
                    <a:pt x="36557" y="64"/>
                    <a:pt x="43479" y="0"/>
                  </a:cubicBezTo>
                  <a:cubicBezTo>
                    <a:pt x="43479" y="0"/>
                    <a:pt x="43479" y="0"/>
                    <a:pt x="43479" y="0"/>
                  </a:cubicBezTo>
                  <a:cubicBezTo>
                    <a:pt x="47479" y="0"/>
                    <a:pt x="51098" y="1651"/>
                    <a:pt x="54337" y="5016"/>
                  </a:cubicBezTo>
                  <a:cubicBezTo>
                    <a:pt x="77769" y="29146"/>
                    <a:pt x="74974" y="145669"/>
                    <a:pt x="74530" y="158750"/>
                  </a:cubicBezTo>
                  <a:lnTo>
                    <a:pt x="74530" y="1210945"/>
                  </a:lnTo>
                  <a:lnTo>
                    <a:pt x="66211" y="1210945"/>
                  </a:lnTo>
                  <a:lnTo>
                    <a:pt x="66211" y="158559"/>
                  </a:lnTo>
                  <a:cubicBezTo>
                    <a:pt x="67291" y="123634"/>
                    <a:pt x="66084" y="29020"/>
                    <a:pt x="48368" y="10795"/>
                  </a:cubicBezTo>
                  <a:cubicBezTo>
                    <a:pt x="46781" y="9144"/>
                    <a:pt x="45193" y="8318"/>
                    <a:pt x="43479" y="8318"/>
                  </a:cubicBezTo>
                  <a:cubicBezTo>
                    <a:pt x="43479" y="8318"/>
                    <a:pt x="43479" y="8318"/>
                    <a:pt x="43479" y="8318"/>
                  </a:cubicBezTo>
                  <a:cubicBezTo>
                    <a:pt x="38907" y="8318"/>
                    <a:pt x="34843" y="10287"/>
                    <a:pt x="31033" y="14224"/>
                  </a:cubicBezTo>
                  <a:cubicBezTo>
                    <a:pt x="2204" y="44831"/>
                    <a:pt x="9061" y="171259"/>
                    <a:pt x="9125" y="172783"/>
                  </a:cubicBezTo>
                  <a:lnTo>
                    <a:pt x="9125" y="1211644"/>
                  </a:lnTo>
                  <a:lnTo>
                    <a:pt x="807" y="1211644"/>
                  </a:lnTo>
                  <a:lnTo>
                    <a:pt x="807" y="172974"/>
                  </a:lnTo>
                  <a:cubicBezTo>
                    <a:pt x="553" y="167703"/>
                    <a:pt x="-6305" y="41720"/>
                    <a:pt x="25000" y="8572"/>
                  </a:cubicBez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29" name="Google Shape;229;p39"/>
            <p:cNvSpPr/>
            <p:nvPr/>
          </p:nvSpPr>
          <p:spPr>
            <a:xfrm>
              <a:off x="11909488" y="4740783"/>
              <a:ext cx="282511" cy="868362"/>
            </a:xfrm>
            <a:custGeom>
              <a:avLst/>
              <a:gdLst/>
              <a:ahLst/>
              <a:cxnLst/>
              <a:rect l="l" t="t" r="r" b="b"/>
              <a:pathLst>
                <a:path w="282511" h="868362" extrusionOk="0">
                  <a:moveTo>
                    <a:pt x="0" y="868363"/>
                  </a:moveTo>
                  <a:lnTo>
                    <a:pt x="0" y="295465"/>
                  </a:lnTo>
                  <a:cubicBezTo>
                    <a:pt x="0" y="28765"/>
                    <a:pt x="153860" y="0"/>
                    <a:pt x="219964" y="0"/>
                  </a:cubicBezTo>
                  <a:cubicBezTo>
                    <a:pt x="241554" y="0"/>
                    <a:pt x="262509" y="5080"/>
                    <a:pt x="282511" y="14922"/>
                  </a:cubicBezTo>
                  <a:lnTo>
                    <a:pt x="282511" y="24320"/>
                  </a:lnTo>
                  <a:cubicBezTo>
                    <a:pt x="264223" y="14605"/>
                    <a:pt x="243395" y="8318"/>
                    <a:pt x="219964" y="8318"/>
                  </a:cubicBezTo>
                  <a:cubicBezTo>
                    <a:pt x="156337" y="8318"/>
                    <a:pt x="8318" y="36322"/>
                    <a:pt x="8318" y="295465"/>
                  </a:cubicBezTo>
                  <a:lnTo>
                    <a:pt x="8318" y="868363"/>
                  </a:lnTo>
                  <a:lnTo>
                    <a:pt x="0" y="868363"/>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30" name="Google Shape;230;p39"/>
            <p:cNvSpPr/>
            <p:nvPr/>
          </p:nvSpPr>
          <p:spPr>
            <a:xfrm>
              <a:off x="8431783" y="5835586"/>
              <a:ext cx="3760216" cy="116522"/>
            </a:xfrm>
            <a:custGeom>
              <a:avLst/>
              <a:gdLst/>
              <a:ahLst/>
              <a:cxnLst/>
              <a:rect l="l" t="t" r="r" b="b"/>
              <a:pathLst>
                <a:path w="3760216" h="116522" extrusionOk="0">
                  <a:moveTo>
                    <a:pt x="5588" y="45847"/>
                  </a:moveTo>
                  <a:lnTo>
                    <a:pt x="5588" y="0"/>
                  </a:lnTo>
                  <a:lnTo>
                    <a:pt x="3760216" y="58229"/>
                  </a:lnTo>
                  <a:lnTo>
                    <a:pt x="3760216" y="66548"/>
                  </a:lnTo>
                  <a:lnTo>
                    <a:pt x="13970" y="8509"/>
                  </a:lnTo>
                  <a:lnTo>
                    <a:pt x="13970" y="46038"/>
                  </a:lnTo>
                  <a:lnTo>
                    <a:pt x="3760216" y="108204"/>
                  </a:lnTo>
                  <a:lnTo>
                    <a:pt x="3760216" y="116523"/>
                  </a:lnTo>
                  <a:lnTo>
                    <a:pt x="0" y="54102"/>
                  </a:lnTo>
                  <a:lnTo>
                    <a:pt x="191" y="45784"/>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31" name="Google Shape;231;p39"/>
            <p:cNvSpPr/>
            <p:nvPr/>
          </p:nvSpPr>
          <p:spPr>
            <a:xfrm>
              <a:off x="11104943" y="4486465"/>
              <a:ext cx="8318" cy="183387"/>
            </a:xfrm>
            <a:custGeom>
              <a:avLst/>
              <a:gdLst/>
              <a:ahLst/>
              <a:cxnLst/>
              <a:rect l="l" t="t" r="r" b="b"/>
              <a:pathLst>
                <a:path w="8318" h="183387" extrusionOk="0">
                  <a:moveTo>
                    <a:pt x="0" y="0"/>
                  </a:moveTo>
                  <a:lnTo>
                    <a:pt x="8319" y="0"/>
                  </a:lnTo>
                  <a:lnTo>
                    <a:pt x="8319" y="183388"/>
                  </a:lnTo>
                  <a:lnTo>
                    <a:pt x="0" y="183388"/>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32" name="Google Shape;232;p39"/>
            <p:cNvSpPr/>
            <p:nvPr/>
          </p:nvSpPr>
          <p:spPr>
            <a:xfrm>
              <a:off x="11811546" y="4683569"/>
              <a:ext cx="380453" cy="922273"/>
            </a:xfrm>
            <a:custGeom>
              <a:avLst/>
              <a:gdLst/>
              <a:ahLst/>
              <a:cxnLst/>
              <a:rect l="l" t="t" r="r" b="b"/>
              <a:pathLst>
                <a:path w="380453" h="922273" extrusionOk="0">
                  <a:moveTo>
                    <a:pt x="95211" y="65659"/>
                  </a:moveTo>
                  <a:cubicBezTo>
                    <a:pt x="136931" y="22098"/>
                    <a:pt x="191287" y="0"/>
                    <a:pt x="256756" y="0"/>
                  </a:cubicBezTo>
                  <a:cubicBezTo>
                    <a:pt x="256883" y="0"/>
                    <a:pt x="257010" y="0"/>
                    <a:pt x="257073" y="0"/>
                  </a:cubicBezTo>
                  <a:cubicBezTo>
                    <a:pt x="304571" y="64"/>
                    <a:pt x="345783" y="9970"/>
                    <a:pt x="380453" y="29401"/>
                  </a:cubicBezTo>
                  <a:lnTo>
                    <a:pt x="380453" y="38989"/>
                  </a:lnTo>
                  <a:cubicBezTo>
                    <a:pt x="346227" y="18669"/>
                    <a:pt x="304952" y="8382"/>
                    <a:pt x="257073" y="8318"/>
                  </a:cubicBezTo>
                  <a:cubicBezTo>
                    <a:pt x="256946" y="8318"/>
                    <a:pt x="256883" y="8318"/>
                    <a:pt x="256756" y="8318"/>
                  </a:cubicBezTo>
                  <a:cubicBezTo>
                    <a:pt x="193700" y="8318"/>
                    <a:pt x="141376" y="29527"/>
                    <a:pt x="101244" y="71374"/>
                  </a:cubicBezTo>
                  <a:cubicBezTo>
                    <a:pt x="914" y="176022"/>
                    <a:pt x="8407" y="377127"/>
                    <a:pt x="8471" y="379349"/>
                  </a:cubicBezTo>
                  <a:lnTo>
                    <a:pt x="8471" y="922274"/>
                  </a:lnTo>
                  <a:lnTo>
                    <a:pt x="152" y="922274"/>
                  </a:lnTo>
                  <a:lnTo>
                    <a:pt x="152" y="379540"/>
                  </a:lnTo>
                  <a:cubicBezTo>
                    <a:pt x="88" y="377508"/>
                    <a:pt x="-7595" y="172910"/>
                    <a:pt x="95211" y="65659"/>
                  </a:cubicBez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33" name="Google Shape;233;p39"/>
            <p:cNvSpPr/>
            <p:nvPr/>
          </p:nvSpPr>
          <p:spPr>
            <a:xfrm>
              <a:off x="6091745" y="2697607"/>
              <a:ext cx="6100445" cy="3144964"/>
            </a:xfrm>
            <a:custGeom>
              <a:avLst/>
              <a:gdLst/>
              <a:ahLst/>
              <a:cxnLst/>
              <a:rect l="l" t="t" r="r" b="b"/>
              <a:pathLst>
                <a:path w="6100445" h="3144964" extrusionOk="0">
                  <a:moveTo>
                    <a:pt x="0" y="1479359"/>
                  </a:moveTo>
                  <a:lnTo>
                    <a:pt x="0" y="1487678"/>
                  </a:lnTo>
                  <a:lnTo>
                    <a:pt x="217043" y="1487615"/>
                  </a:lnTo>
                  <a:lnTo>
                    <a:pt x="217043" y="3047175"/>
                  </a:lnTo>
                  <a:lnTo>
                    <a:pt x="221170" y="3047238"/>
                  </a:lnTo>
                  <a:lnTo>
                    <a:pt x="648779" y="3052890"/>
                  </a:lnTo>
                  <a:lnTo>
                    <a:pt x="648779" y="3098483"/>
                  </a:lnTo>
                  <a:lnTo>
                    <a:pt x="652907" y="3098546"/>
                  </a:lnTo>
                  <a:lnTo>
                    <a:pt x="2384108" y="3123184"/>
                  </a:lnTo>
                  <a:lnTo>
                    <a:pt x="2384108" y="3124200"/>
                  </a:lnTo>
                  <a:lnTo>
                    <a:pt x="2480120" y="3124200"/>
                  </a:lnTo>
                  <a:lnTo>
                    <a:pt x="2480120" y="3101340"/>
                  </a:lnTo>
                  <a:lnTo>
                    <a:pt x="6100382" y="3144965"/>
                  </a:lnTo>
                  <a:lnTo>
                    <a:pt x="6100382" y="3136646"/>
                  </a:lnTo>
                  <a:lnTo>
                    <a:pt x="2606802" y="3094546"/>
                  </a:lnTo>
                  <a:lnTo>
                    <a:pt x="2606802" y="3055049"/>
                  </a:lnTo>
                  <a:lnTo>
                    <a:pt x="6100382" y="3090863"/>
                  </a:lnTo>
                  <a:lnTo>
                    <a:pt x="6100382" y="3082544"/>
                  </a:lnTo>
                  <a:lnTo>
                    <a:pt x="2717927" y="3047873"/>
                  </a:lnTo>
                  <a:lnTo>
                    <a:pt x="2717927" y="3009328"/>
                  </a:lnTo>
                  <a:lnTo>
                    <a:pt x="6100382" y="3034157"/>
                  </a:lnTo>
                  <a:lnTo>
                    <a:pt x="6100382" y="3025839"/>
                  </a:lnTo>
                  <a:lnTo>
                    <a:pt x="2821114" y="3001772"/>
                  </a:lnTo>
                  <a:lnTo>
                    <a:pt x="2821114" y="2963672"/>
                  </a:lnTo>
                  <a:lnTo>
                    <a:pt x="6100382" y="2987358"/>
                  </a:lnTo>
                  <a:lnTo>
                    <a:pt x="6100382" y="2979039"/>
                  </a:lnTo>
                  <a:lnTo>
                    <a:pt x="2935351" y="2956179"/>
                  </a:lnTo>
                  <a:lnTo>
                    <a:pt x="2935351" y="2922270"/>
                  </a:lnTo>
                  <a:lnTo>
                    <a:pt x="3179191" y="2922270"/>
                  </a:lnTo>
                  <a:lnTo>
                    <a:pt x="3183382" y="2922270"/>
                  </a:lnTo>
                  <a:lnTo>
                    <a:pt x="6100255" y="2922270"/>
                  </a:lnTo>
                  <a:lnTo>
                    <a:pt x="6100255" y="2913952"/>
                  </a:lnTo>
                  <a:lnTo>
                    <a:pt x="5217732" y="2913952"/>
                  </a:lnTo>
                  <a:lnTo>
                    <a:pt x="5217732" y="2374075"/>
                  </a:lnTo>
                  <a:cubicBezTo>
                    <a:pt x="5217732" y="2129346"/>
                    <a:pt x="5354574" y="2102930"/>
                    <a:pt x="5413375" y="2102930"/>
                  </a:cubicBezTo>
                  <a:cubicBezTo>
                    <a:pt x="5464937" y="2102930"/>
                    <a:pt x="5503037" y="2136203"/>
                    <a:pt x="5527993" y="2168652"/>
                  </a:cubicBezTo>
                  <a:cubicBezTo>
                    <a:pt x="5503989" y="2144966"/>
                    <a:pt x="5476113" y="2131949"/>
                    <a:pt x="5446522" y="2131949"/>
                  </a:cubicBezTo>
                  <a:cubicBezTo>
                    <a:pt x="5315013" y="2131949"/>
                    <a:pt x="5305171" y="2246313"/>
                    <a:pt x="5305171" y="2420811"/>
                  </a:cubicBezTo>
                  <a:lnTo>
                    <a:pt x="5305171" y="2912427"/>
                  </a:lnTo>
                  <a:lnTo>
                    <a:pt x="5313489" y="2912427"/>
                  </a:lnTo>
                  <a:lnTo>
                    <a:pt x="5313489" y="2420811"/>
                  </a:lnTo>
                  <a:cubicBezTo>
                    <a:pt x="5313489" y="2328037"/>
                    <a:pt x="5317363" y="2256600"/>
                    <a:pt x="5336159" y="2209546"/>
                  </a:cubicBezTo>
                  <a:cubicBezTo>
                    <a:pt x="5355336" y="2161667"/>
                    <a:pt x="5389372" y="2140268"/>
                    <a:pt x="5446459" y="2140268"/>
                  </a:cubicBezTo>
                  <a:cubicBezTo>
                    <a:pt x="5499354" y="2140268"/>
                    <a:pt x="5547106" y="2185607"/>
                    <a:pt x="5574221" y="2261489"/>
                  </a:cubicBezTo>
                  <a:cubicBezTo>
                    <a:pt x="5581269" y="2310575"/>
                    <a:pt x="5578221" y="2348992"/>
                    <a:pt x="5578158" y="2349754"/>
                  </a:cubicBezTo>
                  <a:lnTo>
                    <a:pt x="5578158" y="2912364"/>
                  </a:lnTo>
                  <a:lnTo>
                    <a:pt x="5586476" y="2912364"/>
                  </a:lnTo>
                  <a:lnTo>
                    <a:pt x="5586476" y="2350071"/>
                  </a:lnTo>
                  <a:cubicBezTo>
                    <a:pt x="5586539" y="2349500"/>
                    <a:pt x="5589651" y="2310066"/>
                    <a:pt x="5582348" y="2259647"/>
                  </a:cubicBezTo>
                  <a:lnTo>
                    <a:pt x="5582475" y="2259584"/>
                  </a:lnTo>
                  <a:cubicBezTo>
                    <a:pt x="5582412" y="2259394"/>
                    <a:pt x="5582348" y="2259266"/>
                    <a:pt x="5582285" y="2259076"/>
                  </a:cubicBezTo>
                  <a:cubicBezTo>
                    <a:pt x="5574983" y="2209356"/>
                    <a:pt x="5557457" y="2149031"/>
                    <a:pt x="5516753" y="2104644"/>
                  </a:cubicBezTo>
                  <a:cubicBezTo>
                    <a:pt x="5477828" y="2062163"/>
                    <a:pt x="5424107" y="2040636"/>
                    <a:pt x="5356987" y="2040509"/>
                  </a:cubicBezTo>
                  <a:cubicBezTo>
                    <a:pt x="5356860" y="2040509"/>
                    <a:pt x="5356797" y="2040509"/>
                    <a:pt x="5356670" y="2040509"/>
                  </a:cubicBezTo>
                  <a:cubicBezTo>
                    <a:pt x="5296789" y="2040509"/>
                    <a:pt x="5246942" y="2060829"/>
                    <a:pt x="5208461" y="2100961"/>
                  </a:cubicBezTo>
                  <a:cubicBezTo>
                    <a:pt x="5111560" y="2201990"/>
                    <a:pt x="5118735" y="2397443"/>
                    <a:pt x="5118862" y="2399411"/>
                  </a:cubicBezTo>
                  <a:lnTo>
                    <a:pt x="5118862" y="2912364"/>
                  </a:lnTo>
                  <a:lnTo>
                    <a:pt x="5127181" y="2912364"/>
                  </a:lnTo>
                  <a:lnTo>
                    <a:pt x="5127181" y="2399221"/>
                  </a:lnTo>
                  <a:cubicBezTo>
                    <a:pt x="5127117" y="2397125"/>
                    <a:pt x="5120069" y="2205101"/>
                    <a:pt x="5214493" y="2106676"/>
                  </a:cubicBezTo>
                  <a:cubicBezTo>
                    <a:pt x="5251324" y="2068259"/>
                    <a:pt x="5299202" y="2048827"/>
                    <a:pt x="5356670" y="2048827"/>
                  </a:cubicBezTo>
                  <a:cubicBezTo>
                    <a:pt x="5356797" y="2048827"/>
                    <a:pt x="5356860" y="2048827"/>
                    <a:pt x="5356987" y="2048827"/>
                  </a:cubicBezTo>
                  <a:cubicBezTo>
                    <a:pt x="5421630" y="2048891"/>
                    <a:pt x="5473319" y="2069592"/>
                    <a:pt x="5510594" y="2110232"/>
                  </a:cubicBezTo>
                  <a:cubicBezTo>
                    <a:pt x="5536692" y="2138680"/>
                    <a:pt x="5552885" y="2173986"/>
                    <a:pt x="5562981" y="2208721"/>
                  </a:cubicBezTo>
                  <a:cubicBezTo>
                    <a:pt x="5544630" y="2172843"/>
                    <a:pt x="5495163" y="2094547"/>
                    <a:pt x="5413311" y="2094547"/>
                  </a:cubicBezTo>
                  <a:cubicBezTo>
                    <a:pt x="5351971" y="2094547"/>
                    <a:pt x="5209349" y="2121789"/>
                    <a:pt x="5209349" y="2374011"/>
                  </a:cubicBezTo>
                  <a:lnTo>
                    <a:pt x="5209349" y="2913888"/>
                  </a:lnTo>
                  <a:lnTo>
                    <a:pt x="4677220" y="2913888"/>
                  </a:lnTo>
                  <a:lnTo>
                    <a:pt x="4677220" y="2396300"/>
                  </a:lnTo>
                  <a:cubicBezTo>
                    <a:pt x="4677220" y="2185226"/>
                    <a:pt x="4781360" y="2144141"/>
                    <a:pt x="4842066" y="2138109"/>
                  </a:cubicBezTo>
                  <a:cubicBezTo>
                    <a:pt x="4810570" y="2157540"/>
                    <a:pt x="4758563" y="2211007"/>
                    <a:pt x="4758563" y="2351786"/>
                  </a:cubicBezTo>
                  <a:lnTo>
                    <a:pt x="4758563" y="2911094"/>
                  </a:lnTo>
                  <a:lnTo>
                    <a:pt x="4766882" y="2911094"/>
                  </a:lnTo>
                  <a:lnTo>
                    <a:pt x="4766882" y="2351786"/>
                  </a:lnTo>
                  <a:cubicBezTo>
                    <a:pt x="4766882" y="2183638"/>
                    <a:pt x="4841621" y="2144840"/>
                    <a:pt x="4862512" y="2137283"/>
                  </a:cubicBezTo>
                  <a:cubicBezTo>
                    <a:pt x="4929886" y="2137982"/>
                    <a:pt x="4964430" y="2167700"/>
                    <a:pt x="4978083" y="2183575"/>
                  </a:cubicBezTo>
                  <a:cubicBezTo>
                    <a:pt x="5022342" y="2266188"/>
                    <a:pt x="5014150" y="2371852"/>
                    <a:pt x="5014023" y="2373122"/>
                  </a:cubicBezTo>
                  <a:lnTo>
                    <a:pt x="5014023" y="2911158"/>
                  </a:lnTo>
                  <a:lnTo>
                    <a:pt x="5022342" y="2911158"/>
                  </a:lnTo>
                  <a:lnTo>
                    <a:pt x="5022342" y="2373503"/>
                  </a:lnTo>
                  <a:cubicBezTo>
                    <a:pt x="5022342" y="2373503"/>
                    <a:pt x="5025454" y="2335721"/>
                    <a:pt x="5018786" y="2288096"/>
                  </a:cubicBezTo>
                  <a:cubicBezTo>
                    <a:pt x="5014849" y="2259775"/>
                    <a:pt x="5006849" y="2224151"/>
                    <a:pt x="4990783" y="2190369"/>
                  </a:cubicBezTo>
                  <a:lnTo>
                    <a:pt x="4992624" y="2189353"/>
                  </a:lnTo>
                  <a:cubicBezTo>
                    <a:pt x="4992243" y="2188718"/>
                    <a:pt x="4989767" y="2184273"/>
                    <a:pt x="4984496" y="2178050"/>
                  </a:cubicBezTo>
                  <a:cubicBezTo>
                    <a:pt x="4976559" y="2163572"/>
                    <a:pt x="4967097" y="2149602"/>
                    <a:pt x="4955540" y="2137029"/>
                  </a:cubicBezTo>
                  <a:cubicBezTo>
                    <a:pt x="4919218" y="2097469"/>
                    <a:pt x="4869307" y="2077339"/>
                    <a:pt x="4807331" y="2077276"/>
                  </a:cubicBezTo>
                  <a:cubicBezTo>
                    <a:pt x="4807204" y="2077276"/>
                    <a:pt x="4807141" y="2077276"/>
                    <a:pt x="4807013" y="2077276"/>
                  </a:cubicBezTo>
                  <a:cubicBezTo>
                    <a:pt x="4751705" y="2077276"/>
                    <a:pt x="4705477" y="2096198"/>
                    <a:pt x="4669663" y="2133537"/>
                  </a:cubicBezTo>
                  <a:cubicBezTo>
                    <a:pt x="4577334" y="2229676"/>
                    <a:pt x="4584129" y="2418778"/>
                    <a:pt x="4584192" y="2420620"/>
                  </a:cubicBezTo>
                  <a:lnTo>
                    <a:pt x="4584192" y="2911094"/>
                  </a:lnTo>
                  <a:lnTo>
                    <a:pt x="4592511" y="2911094"/>
                  </a:lnTo>
                  <a:lnTo>
                    <a:pt x="4592511" y="2420430"/>
                  </a:lnTo>
                  <a:cubicBezTo>
                    <a:pt x="4592447" y="2418397"/>
                    <a:pt x="4585780" y="2232851"/>
                    <a:pt x="4675696" y="2139252"/>
                  </a:cubicBezTo>
                  <a:cubicBezTo>
                    <a:pt x="4709922" y="2103628"/>
                    <a:pt x="4754118" y="2085594"/>
                    <a:pt x="4807013" y="2085594"/>
                  </a:cubicBezTo>
                  <a:cubicBezTo>
                    <a:pt x="4807141" y="2085594"/>
                    <a:pt x="4807204" y="2085594"/>
                    <a:pt x="4807331" y="2085594"/>
                  </a:cubicBezTo>
                  <a:cubicBezTo>
                    <a:pt x="4866894" y="2085658"/>
                    <a:pt x="4914710" y="2104834"/>
                    <a:pt x="4949444" y="2142617"/>
                  </a:cubicBezTo>
                  <a:cubicBezTo>
                    <a:pt x="4953762" y="2147316"/>
                    <a:pt x="4957699" y="2152206"/>
                    <a:pt x="4961446" y="2157222"/>
                  </a:cubicBezTo>
                  <a:cubicBezTo>
                    <a:pt x="4941125" y="2143062"/>
                    <a:pt x="4909503" y="2129472"/>
                    <a:pt x="4862703" y="2128965"/>
                  </a:cubicBezTo>
                  <a:lnTo>
                    <a:pt x="4862576" y="2128457"/>
                  </a:lnTo>
                  <a:cubicBezTo>
                    <a:pt x="4862132" y="2128584"/>
                    <a:pt x="4861687" y="2128774"/>
                    <a:pt x="4861179" y="2128901"/>
                  </a:cubicBezTo>
                  <a:cubicBezTo>
                    <a:pt x="4860799" y="2128901"/>
                    <a:pt x="4860481" y="2128901"/>
                    <a:pt x="4860099" y="2128901"/>
                  </a:cubicBezTo>
                  <a:cubicBezTo>
                    <a:pt x="4802632" y="2128901"/>
                    <a:pt x="4668964" y="2155000"/>
                    <a:pt x="4668964" y="2396300"/>
                  </a:cubicBezTo>
                  <a:lnTo>
                    <a:pt x="4668964" y="2913888"/>
                  </a:lnTo>
                  <a:lnTo>
                    <a:pt x="4195128" y="2913888"/>
                  </a:lnTo>
                  <a:lnTo>
                    <a:pt x="4195128" y="2419858"/>
                  </a:lnTo>
                  <a:cubicBezTo>
                    <a:pt x="4195128" y="2219198"/>
                    <a:pt x="4284091" y="2179130"/>
                    <a:pt x="4336733" y="2173034"/>
                  </a:cubicBezTo>
                  <a:cubicBezTo>
                    <a:pt x="4309237" y="2192020"/>
                    <a:pt x="4264660" y="2243455"/>
                    <a:pt x="4264660" y="2377250"/>
                  </a:cubicBezTo>
                  <a:lnTo>
                    <a:pt x="4264660" y="2912682"/>
                  </a:lnTo>
                  <a:lnTo>
                    <a:pt x="4272979" y="2912682"/>
                  </a:lnTo>
                  <a:lnTo>
                    <a:pt x="4272979" y="2377250"/>
                  </a:lnTo>
                  <a:cubicBezTo>
                    <a:pt x="4272979" y="2217039"/>
                    <a:pt x="4337050" y="2179574"/>
                    <a:pt x="4355465" y="2172145"/>
                  </a:cubicBezTo>
                  <a:cubicBezTo>
                    <a:pt x="4413504" y="2172843"/>
                    <a:pt x="4443222" y="2200783"/>
                    <a:pt x="4455033" y="2215959"/>
                  </a:cubicBezTo>
                  <a:cubicBezTo>
                    <a:pt x="4493514" y="2295081"/>
                    <a:pt x="4486466" y="2396427"/>
                    <a:pt x="4486402" y="2397696"/>
                  </a:cubicBezTo>
                  <a:lnTo>
                    <a:pt x="4486402" y="2912682"/>
                  </a:lnTo>
                  <a:lnTo>
                    <a:pt x="4494721" y="2912682"/>
                  </a:lnTo>
                  <a:lnTo>
                    <a:pt x="4494721" y="2398014"/>
                  </a:lnTo>
                  <a:cubicBezTo>
                    <a:pt x="4494721" y="2397951"/>
                    <a:pt x="4497514" y="2359851"/>
                    <a:pt x="4491164" y="2312480"/>
                  </a:cubicBezTo>
                  <a:cubicBezTo>
                    <a:pt x="4487609" y="2286127"/>
                    <a:pt x="4480623" y="2253615"/>
                    <a:pt x="4467288" y="2222690"/>
                  </a:cubicBezTo>
                  <a:lnTo>
                    <a:pt x="4468939" y="2221865"/>
                  </a:lnTo>
                  <a:cubicBezTo>
                    <a:pt x="4468622" y="2221230"/>
                    <a:pt x="4466463" y="2216976"/>
                    <a:pt x="4461891" y="2211007"/>
                  </a:cubicBezTo>
                  <a:cubicBezTo>
                    <a:pt x="4453699" y="2194496"/>
                    <a:pt x="4443539" y="2178749"/>
                    <a:pt x="4430839" y="2164969"/>
                  </a:cubicBezTo>
                  <a:cubicBezTo>
                    <a:pt x="4399788" y="2131377"/>
                    <a:pt x="4358323" y="2114359"/>
                    <a:pt x="4307586" y="2114233"/>
                  </a:cubicBezTo>
                  <a:cubicBezTo>
                    <a:pt x="4307523" y="2114233"/>
                    <a:pt x="4307396" y="2114233"/>
                    <a:pt x="4307332" y="2114233"/>
                  </a:cubicBezTo>
                  <a:cubicBezTo>
                    <a:pt x="4262247" y="2114233"/>
                    <a:pt x="4224020" y="2130171"/>
                    <a:pt x="4193731" y="2161603"/>
                  </a:cubicBezTo>
                  <a:cubicBezTo>
                    <a:pt x="4148391" y="2208657"/>
                    <a:pt x="4128961" y="2282762"/>
                    <a:pt x="4120642" y="2336673"/>
                  </a:cubicBezTo>
                  <a:cubicBezTo>
                    <a:pt x="4111688" y="2394839"/>
                    <a:pt x="4113339" y="2442655"/>
                    <a:pt x="4113403" y="2443099"/>
                  </a:cubicBezTo>
                  <a:lnTo>
                    <a:pt x="4113403" y="2912618"/>
                  </a:lnTo>
                  <a:lnTo>
                    <a:pt x="4121722" y="2912618"/>
                  </a:lnTo>
                  <a:lnTo>
                    <a:pt x="4121722" y="2442909"/>
                  </a:lnTo>
                  <a:cubicBezTo>
                    <a:pt x="4121658" y="2440877"/>
                    <a:pt x="4115625" y="2254504"/>
                    <a:pt x="4199763" y="2167319"/>
                  </a:cubicBezTo>
                  <a:cubicBezTo>
                    <a:pt x="4228401" y="2137601"/>
                    <a:pt x="4264597" y="2122551"/>
                    <a:pt x="4307332" y="2122551"/>
                  </a:cubicBezTo>
                  <a:cubicBezTo>
                    <a:pt x="4307396" y="2122551"/>
                    <a:pt x="4307523" y="2122551"/>
                    <a:pt x="4307586" y="2122551"/>
                  </a:cubicBezTo>
                  <a:cubicBezTo>
                    <a:pt x="4355910" y="2122615"/>
                    <a:pt x="4395343" y="2138744"/>
                    <a:pt x="4424744" y="2170557"/>
                  </a:cubicBezTo>
                  <a:cubicBezTo>
                    <a:pt x="4430141" y="2176399"/>
                    <a:pt x="4435094" y="2182686"/>
                    <a:pt x="4439603" y="2189290"/>
                  </a:cubicBezTo>
                  <a:cubicBezTo>
                    <a:pt x="4421759" y="2176209"/>
                    <a:pt x="4394708" y="2164144"/>
                    <a:pt x="4355401" y="2163763"/>
                  </a:cubicBezTo>
                  <a:lnTo>
                    <a:pt x="4355274" y="2163318"/>
                  </a:lnTo>
                  <a:cubicBezTo>
                    <a:pt x="4354957" y="2163445"/>
                    <a:pt x="4354576" y="2163572"/>
                    <a:pt x="4354195" y="2163699"/>
                  </a:cubicBezTo>
                  <a:cubicBezTo>
                    <a:pt x="4353941" y="2163699"/>
                    <a:pt x="4353687" y="2163699"/>
                    <a:pt x="4353370" y="2163699"/>
                  </a:cubicBezTo>
                  <a:cubicBezTo>
                    <a:pt x="4303332" y="2163699"/>
                    <a:pt x="4186936" y="2188655"/>
                    <a:pt x="4186936" y="2419858"/>
                  </a:cubicBezTo>
                  <a:lnTo>
                    <a:pt x="4186936" y="2913888"/>
                  </a:lnTo>
                  <a:lnTo>
                    <a:pt x="4028440" y="2913888"/>
                  </a:lnTo>
                  <a:lnTo>
                    <a:pt x="4028440" y="2418778"/>
                  </a:lnTo>
                  <a:cubicBezTo>
                    <a:pt x="4028758" y="2414207"/>
                    <a:pt x="4034663" y="2325307"/>
                    <a:pt x="4003611" y="2249869"/>
                  </a:cubicBezTo>
                  <a:lnTo>
                    <a:pt x="4004945" y="2249234"/>
                  </a:lnTo>
                  <a:cubicBezTo>
                    <a:pt x="4004691" y="2248662"/>
                    <a:pt x="4002849" y="2244852"/>
                    <a:pt x="3999039" y="2239518"/>
                  </a:cubicBezTo>
                  <a:cubicBezTo>
                    <a:pt x="3990785" y="2221928"/>
                    <a:pt x="3980371" y="2205355"/>
                    <a:pt x="3967162" y="2191131"/>
                  </a:cubicBezTo>
                  <a:cubicBezTo>
                    <a:pt x="3939159" y="2160969"/>
                    <a:pt x="3902265" y="2145665"/>
                    <a:pt x="3857561" y="2145602"/>
                  </a:cubicBezTo>
                  <a:cubicBezTo>
                    <a:pt x="3857498" y="2145602"/>
                    <a:pt x="3857371" y="2145602"/>
                    <a:pt x="3857308" y="2145602"/>
                  </a:cubicBezTo>
                  <a:cubicBezTo>
                    <a:pt x="3817620" y="2145602"/>
                    <a:pt x="3783774" y="2159826"/>
                    <a:pt x="3756660" y="2187956"/>
                  </a:cubicBezTo>
                  <a:cubicBezTo>
                    <a:pt x="3713607" y="2232533"/>
                    <a:pt x="3695128" y="2304859"/>
                    <a:pt x="3687255" y="2357628"/>
                  </a:cubicBezTo>
                  <a:cubicBezTo>
                    <a:pt x="3678746" y="2414588"/>
                    <a:pt x="3680333" y="2461768"/>
                    <a:pt x="3680333" y="2462213"/>
                  </a:cubicBezTo>
                  <a:lnTo>
                    <a:pt x="3680333" y="2913888"/>
                  </a:lnTo>
                  <a:lnTo>
                    <a:pt x="3597847" y="2913888"/>
                  </a:lnTo>
                  <a:lnTo>
                    <a:pt x="3597847" y="2451100"/>
                  </a:lnTo>
                  <a:cubicBezTo>
                    <a:pt x="3597973" y="2450021"/>
                    <a:pt x="3600386" y="2416810"/>
                    <a:pt x="3594608" y="2374202"/>
                  </a:cubicBezTo>
                  <a:cubicBezTo>
                    <a:pt x="3591370" y="2350326"/>
                    <a:pt x="3585020" y="2320798"/>
                    <a:pt x="3572764" y="2292731"/>
                  </a:cubicBezTo>
                  <a:lnTo>
                    <a:pt x="3574288" y="2291969"/>
                  </a:lnTo>
                  <a:cubicBezTo>
                    <a:pt x="3574034" y="2291397"/>
                    <a:pt x="3572002" y="2287588"/>
                    <a:pt x="3567938" y="2282253"/>
                  </a:cubicBezTo>
                  <a:cubicBezTo>
                    <a:pt x="3560572" y="2267521"/>
                    <a:pt x="3551491" y="2253488"/>
                    <a:pt x="3540061" y="2241169"/>
                  </a:cubicBezTo>
                  <a:cubicBezTo>
                    <a:pt x="3511613" y="2210435"/>
                    <a:pt x="3473577" y="2194814"/>
                    <a:pt x="3426968" y="2194751"/>
                  </a:cubicBezTo>
                  <a:cubicBezTo>
                    <a:pt x="3426905" y="2194751"/>
                    <a:pt x="3426841" y="2194751"/>
                    <a:pt x="3426714" y="2194751"/>
                  </a:cubicBezTo>
                  <a:cubicBezTo>
                    <a:pt x="3385248" y="2194751"/>
                    <a:pt x="3350197" y="2209356"/>
                    <a:pt x="3322447" y="2238121"/>
                  </a:cubicBezTo>
                  <a:cubicBezTo>
                    <a:pt x="3281362" y="2280793"/>
                    <a:pt x="3263773" y="2347595"/>
                    <a:pt x="3256216" y="2396109"/>
                  </a:cubicBezTo>
                  <a:cubicBezTo>
                    <a:pt x="3248088" y="2448433"/>
                    <a:pt x="3249612" y="2491486"/>
                    <a:pt x="3249676" y="2491867"/>
                  </a:cubicBezTo>
                  <a:lnTo>
                    <a:pt x="3249676" y="2913888"/>
                  </a:lnTo>
                  <a:lnTo>
                    <a:pt x="3187446" y="2913888"/>
                  </a:lnTo>
                  <a:lnTo>
                    <a:pt x="3187446" y="2139696"/>
                  </a:lnTo>
                  <a:lnTo>
                    <a:pt x="4221480" y="2049971"/>
                  </a:lnTo>
                  <a:lnTo>
                    <a:pt x="4221480" y="2050161"/>
                  </a:lnTo>
                  <a:lnTo>
                    <a:pt x="4229798" y="2050161"/>
                  </a:lnTo>
                  <a:lnTo>
                    <a:pt x="4229798" y="2049272"/>
                  </a:lnTo>
                  <a:lnTo>
                    <a:pt x="4249737" y="2047558"/>
                  </a:lnTo>
                  <a:lnTo>
                    <a:pt x="4253039" y="2047558"/>
                  </a:lnTo>
                  <a:lnTo>
                    <a:pt x="4253039" y="2047303"/>
                  </a:lnTo>
                  <a:lnTo>
                    <a:pt x="5250624" y="1960753"/>
                  </a:lnTo>
                  <a:lnTo>
                    <a:pt x="5256339" y="1960753"/>
                  </a:lnTo>
                  <a:lnTo>
                    <a:pt x="5256339" y="1960245"/>
                  </a:lnTo>
                  <a:lnTo>
                    <a:pt x="6100255" y="1887029"/>
                  </a:lnTo>
                  <a:lnTo>
                    <a:pt x="6100255" y="1878647"/>
                  </a:lnTo>
                  <a:lnTo>
                    <a:pt x="6082411" y="1880171"/>
                  </a:lnTo>
                  <a:lnTo>
                    <a:pt x="6082411" y="1672781"/>
                  </a:lnTo>
                  <a:lnTo>
                    <a:pt x="6100255" y="1670876"/>
                  </a:lnTo>
                  <a:lnTo>
                    <a:pt x="6100255" y="1662494"/>
                  </a:lnTo>
                  <a:lnTo>
                    <a:pt x="6082411" y="1664398"/>
                  </a:lnTo>
                  <a:lnTo>
                    <a:pt x="6082411" y="1663700"/>
                  </a:lnTo>
                  <a:lnTo>
                    <a:pt x="6074093" y="1663700"/>
                  </a:lnTo>
                  <a:lnTo>
                    <a:pt x="6074093" y="1665288"/>
                  </a:lnTo>
                  <a:lnTo>
                    <a:pt x="6049709" y="1667891"/>
                  </a:lnTo>
                  <a:lnTo>
                    <a:pt x="6049709" y="1667002"/>
                  </a:lnTo>
                  <a:lnTo>
                    <a:pt x="6041390" y="1667002"/>
                  </a:lnTo>
                  <a:lnTo>
                    <a:pt x="6041390" y="1668780"/>
                  </a:lnTo>
                  <a:lnTo>
                    <a:pt x="6017006" y="1671384"/>
                  </a:lnTo>
                  <a:lnTo>
                    <a:pt x="6017006" y="1670304"/>
                  </a:lnTo>
                  <a:lnTo>
                    <a:pt x="6008687" y="1670304"/>
                  </a:lnTo>
                  <a:lnTo>
                    <a:pt x="6008687" y="1672272"/>
                  </a:lnTo>
                  <a:lnTo>
                    <a:pt x="5984304" y="1674876"/>
                  </a:lnTo>
                  <a:lnTo>
                    <a:pt x="5984304" y="1673606"/>
                  </a:lnTo>
                  <a:lnTo>
                    <a:pt x="5975985" y="1673606"/>
                  </a:lnTo>
                  <a:lnTo>
                    <a:pt x="5975985" y="1675765"/>
                  </a:lnTo>
                  <a:lnTo>
                    <a:pt x="5955030" y="1677988"/>
                  </a:lnTo>
                  <a:lnTo>
                    <a:pt x="5955030" y="1586484"/>
                  </a:lnTo>
                  <a:lnTo>
                    <a:pt x="6100318" y="1569529"/>
                  </a:lnTo>
                  <a:lnTo>
                    <a:pt x="6100318" y="1561147"/>
                  </a:lnTo>
                  <a:lnTo>
                    <a:pt x="5955030" y="1578102"/>
                  </a:lnTo>
                  <a:lnTo>
                    <a:pt x="5955030" y="1496187"/>
                  </a:lnTo>
                  <a:lnTo>
                    <a:pt x="6099493" y="1479296"/>
                  </a:lnTo>
                  <a:lnTo>
                    <a:pt x="6099493" y="1484376"/>
                  </a:lnTo>
                  <a:lnTo>
                    <a:pt x="6100318" y="1484376"/>
                  </a:lnTo>
                  <a:lnTo>
                    <a:pt x="6100318" y="887222"/>
                  </a:lnTo>
                  <a:lnTo>
                    <a:pt x="6099493" y="887222"/>
                  </a:lnTo>
                  <a:lnTo>
                    <a:pt x="6099493" y="889952"/>
                  </a:lnTo>
                  <a:cubicBezTo>
                    <a:pt x="5982589" y="915543"/>
                    <a:pt x="5954903" y="1022731"/>
                    <a:pt x="5948553" y="1064323"/>
                  </a:cubicBezTo>
                  <a:lnTo>
                    <a:pt x="5941632" y="1065466"/>
                  </a:lnTo>
                  <a:lnTo>
                    <a:pt x="5942965" y="1073658"/>
                  </a:lnTo>
                  <a:lnTo>
                    <a:pt x="5947410" y="1072959"/>
                  </a:lnTo>
                  <a:cubicBezTo>
                    <a:pt x="5946838" y="1077849"/>
                    <a:pt x="5946711" y="1080707"/>
                    <a:pt x="5946711" y="1080960"/>
                  </a:cubicBezTo>
                  <a:lnTo>
                    <a:pt x="5946711" y="1215200"/>
                  </a:lnTo>
                  <a:lnTo>
                    <a:pt x="5941632" y="1216025"/>
                  </a:lnTo>
                  <a:lnTo>
                    <a:pt x="5942965" y="1224216"/>
                  </a:lnTo>
                  <a:lnTo>
                    <a:pt x="5946711" y="1223582"/>
                  </a:lnTo>
                  <a:lnTo>
                    <a:pt x="5946711" y="1364171"/>
                  </a:lnTo>
                  <a:lnTo>
                    <a:pt x="5941632" y="1364996"/>
                  </a:lnTo>
                  <a:lnTo>
                    <a:pt x="5942965" y="1373188"/>
                  </a:lnTo>
                  <a:lnTo>
                    <a:pt x="5946711" y="1372616"/>
                  </a:lnTo>
                  <a:lnTo>
                    <a:pt x="5946711" y="1676845"/>
                  </a:lnTo>
                  <a:lnTo>
                    <a:pt x="5943283" y="1676845"/>
                  </a:lnTo>
                  <a:lnTo>
                    <a:pt x="5943283" y="1679194"/>
                  </a:lnTo>
                  <a:lnTo>
                    <a:pt x="5918898" y="1681797"/>
                  </a:lnTo>
                  <a:lnTo>
                    <a:pt x="5918898" y="1680146"/>
                  </a:lnTo>
                  <a:lnTo>
                    <a:pt x="5910580" y="1680146"/>
                  </a:lnTo>
                  <a:lnTo>
                    <a:pt x="5910580" y="1682687"/>
                  </a:lnTo>
                  <a:lnTo>
                    <a:pt x="5886196" y="1685290"/>
                  </a:lnTo>
                  <a:lnTo>
                    <a:pt x="5886196" y="1683448"/>
                  </a:lnTo>
                  <a:lnTo>
                    <a:pt x="5877878" y="1683448"/>
                  </a:lnTo>
                  <a:lnTo>
                    <a:pt x="5877878" y="1686242"/>
                  </a:lnTo>
                  <a:lnTo>
                    <a:pt x="5853494" y="1688846"/>
                  </a:lnTo>
                  <a:lnTo>
                    <a:pt x="5853494" y="1686751"/>
                  </a:lnTo>
                  <a:lnTo>
                    <a:pt x="5845175" y="1686751"/>
                  </a:lnTo>
                  <a:lnTo>
                    <a:pt x="5845175" y="1689735"/>
                  </a:lnTo>
                  <a:lnTo>
                    <a:pt x="5820791" y="1692339"/>
                  </a:lnTo>
                  <a:lnTo>
                    <a:pt x="5820791" y="1690052"/>
                  </a:lnTo>
                  <a:lnTo>
                    <a:pt x="5812473" y="1690052"/>
                  </a:lnTo>
                  <a:lnTo>
                    <a:pt x="5812473" y="1693227"/>
                  </a:lnTo>
                  <a:lnTo>
                    <a:pt x="5789994" y="1695640"/>
                  </a:lnTo>
                  <a:lnTo>
                    <a:pt x="5789994" y="363347"/>
                  </a:lnTo>
                  <a:lnTo>
                    <a:pt x="6100445" y="295021"/>
                  </a:lnTo>
                  <a:lnTo>
                    <a:pt x="6100445" y="286512"/>
                  </a:lnTo>
                  <a:lnTo>
                    <a:pt x="5789994" y="354838"/>
                  </a:lnTo>
                  <a:lnTo>
                    <a:pt x="5789994" y="40449"/>
                  </a:lnTo>
                  <a:cubicBezTo>
                    <a:pt x="5790565" y="37782"/>
                    <a:pt x="5792216" y="27114"/>
                    <a:pt x="5784660" y="17272"/>
                  </a:cubicBezTo>
                  <a:cubicBezTo>
                    <a:pt x="5775897" y="5779"/>
                    <a:pt x="5758498" y="0"/>
                    <a:pt x="5732907" y="0"/>
                  </a:cubicBezTo>
                  <a:cubicBezTo>
                    <a:pt x="5667502" y="0"/>
                    <a:pt x="5657786" y="46736"/>
                    <a:pt x="5657724" y="47180"/>
                  </a:cubicBezTo>
                  <a:lnTo>
                    <a:pt x="5657660" y="47942"/>
                  </a:lnTo>
                  <a:lnTo>
                    <a:pt x="5657660" y="383921"/>
                  </a:lnTo>
                  <a:lnTo>
                    <a:pt x="5224018" y="479298"/>
                  </a:lnTo>
                  <a:lnTo>
                    <a:pt x="5224018" y="183451"/>
                  </a:lnTo>
                  <a:cubicBezTo>
                    <a:pt x="5224526" y="180276"/>
                    <a:pt x="5227130" y="160782"/>
                    <a:pt x="5214557" y="145542"/>
                  </a:cubicBezTo>
                  <a:cubicBezTo>
                    <a:pt x="5204841" y="133731"/>
                    <a:pt x="5188839" y="127762"/>
                    <a:pt x="5166995" y="127762"/>
                  </a:cubicBezTo>
                  <a:cubicBezTo>
                    <a:pt x="5101590" y="127762"/>
                    <a:pt x="5091874" y="172339"/>
                    <a:pt x="5091811" y="172783"/>
                  </a:cubicBezTo>
                  <a:lnTo>
                    <a:pt x="5091748" y="173609"/>
                  </a:lnTo>
                  <a:lnTo>
                    <a:pt x="5091748" y="508381"/>
                  </a:lnTo>
                  <a:lnTo>
                    <a:pt x="4687316" y="597345"/>
                  </a:lnTo>
                  <a:lnTo>
                    <a:pt x="4687316" y="326263"/>
                  </a:lnTo>
                  <a:cubicBezTo>
                    <a:pt x="4687761" y="323151"/>
                    <a:pt x="4690237" y="302895"/>
                    <a:pt x="4677664" y="287973"/>
                  </a:cubicBezTo>
                  <a:cubicBezTo>
                    <a:pt x="4669028" y="277685"/>
                    <a:pt x="4655439" y="272479"/>
                    <a:pt x="4637405" y="272479"/>
                  </a:cubicBezTo>
                  <a:cubicBezTo>
                    <a:pt x="4580255" y="272479"/>
                    <a:pt x="4571810" y="314960"/>
                    <a:pt x="4571746" y="315341"/>
                  </a:cubicBezTo>
                  <a:lnTo>
                    <a:pt x="4571683" y="316103"/>
                  </a:lnTo>
                  <a:lnTo>
                    <a:pt x="4571683" y="622935"/>
                  </a:lnTo>
                  <a:lnTo>
                    <a:pt x="4204780" y="703644"/>
                  </a:lnTo>
                  <a:lnTo>
                    <a:pt x="4204780" y="424815"/>
                  </a:lnTo>
                  <a:cubicBezTo>
                    <a:pt x="4205224" y="421704"/>
                    <a:pt x="4207573" y="400431"/>
                    <a:pt x="4194873" y="385635"/>
                  </a:cubicBezTo>
                  <a:cubicBezTo>
                    <a:pt x="4187063" y="376491"/>
                    <a:pt x="4175379" y="371920"/>
                    <a:pt x="4160075" y="371920"/>
                  </a:cubicBezTo>
                  <a:cubicBezTo>
                    <a:pt x="4109022" y="371920"/>
                    <a:pt x="4101528" y="413448"/>
                    <a:pt x="4101465" y="413829"/>
                  </a:cubicBezTo>
                  <a:lnTo>
                    <a:pt x="4101401" y="414528"/>
                  </a:lnTo>
                  <a:lnTo>
                    <a:pt x="4101401" y="726440"/>
                  </a:lnTo>
                  <a:lnTo>
                    <a:pt x="4001452" y="748411"/>
                  </a:lnTo>
                  <a:lnTo>
                    <a:pt x="3771011" y="674497"/>
                  </a:lnTo>
                  <a:lnTo>
                    <a:pt x="3771011" y="535559"/>
                  </a:lnTo>
                  <a:cubicBezTo>
                    <a:pt x="3771456" y="532511"/>
                    <a:pt x="3773741" y="512254"/>
                    <a:pt x="3761486" y="497904"/>
                  </a:cubicBezTo>
                  <a:cubicBezTo>
                    <a:pt x="3753675" y="488760"/>
                    <a:pt x="3741864" y="484124"/>
                    <a:pt x="3726307" y="484124"/>
                  </a:cubicBezTo>
                  <a:cubicBezTo>
                    <a:pt x="3675380" y="484124"/>
                    <a:pt x="3667823" y="519176"/>
                    <a:pt x="3667760" y="519557"/>
                  </a:cubicBezTo>
                  <a:lnTo>
                    <a:pt x="3667697" y="520382"/>
                  </a:lnTo>
                  <a:lnTo>
                    <a:pt x="3667697" y="795909"/>
                  </a:lnTo>
                  <a:lnTo>
                    <a:pt x="3372358" y="859346"/>
                  </a:lnTo>
                  <a:lnTo>
                    <a:pt x="3372358" y="633857"/>
                  </a:lnTo>
                  <a:cubicBezTo>
                    <a:pt x="3372802" y="630872"/>
                    <a:pt x="3375025" y="611315"/>
                    <a:pt x="3363150" y="597345"/>
                  </a:cubicBezTo>
                  <a:cubicBezTo>
                    <a:pt x="3355340" y="588201"/>
                    <a:pt x="3343465" y="583502"/>
                    <a:pt x="3327718" y="583502"/>
                  </a:cubicBezTo>
                  <a:cubicBezTo>
                    <a:pt x="3276727" y="583502"/>
                    <a:pt x="3269171" y="621792"/>
                    <a:pt x="3269107" y="622173"/>
                  </a:cubicBezTo>
                  <a:lnTo>
                    <a:pt x="3269044" y="622935"/>
                  </a:lnTo>
                  <a:lnTo>
                    <a:pt x="3269044" y="881571"/>
                  </a:lnTo>
                  <a:lnTo>
                    <a:pt x="3028950" y="933196"/>
                  </a:lnTo>
                  <a:lnTo>
                    <a:pt x="3028950" y="855282"/>
                  </a:lnTo>
                  <a:cubicBezTo>
                    <a:pt x="3029522" y="852297"/>
                    <a:pt x="3029331" y="846582"/>
                    <a:pt x="3025458" y="841629"/>
                  </a:cubicBezTo>
                  <a:cubicBezTo>
                    <a:pt x="3020187" y="834898"/>
                    <a:pt x="3010090" y="831469"/>
                    <a:pt x="2995422" y="831469"/>
                  </a:cubicBezTo>
                  <a:cubicBezTo>
                    <a:pt x="2958973" y="831469"/>
                    <a:pt x="2947225" y="856361"/>
                    <a:pt x="2946781" y="857440"/>
                  </a:cubicBezTo>
                  <a:lnTo>
                    <a:pt x="2946400" y="858266"/>
                  </a:lnTo>
                  <a:lnTo>
                    <a:pt x="2946400" y="950976"/>
                  </a:lnTo>
                  <a:lnTo>
                    <a:pt x="2687574" y="1006602"/>
                  </a:lnTo>
                  <a:lnTo>
                    <a:pt x="2687574" y="933323"/>
                  </a:lnTo>
                  <a:cubicBezTo>
                    <a:pt x="2687955" y="931418"/>
                    <a:pt x="2688463" y="925830"/>
                    <a:pt x="2684336" y="920433"/>
                  </a:cubicBezTo>
                  <a:cubicBezTo>
                    <a:pt x="2679192" y="913765"/>
                    <a:pt x="2668969" y="910336"/>
                    <a:pt x="2654046" y="910336"/>
                  </a:cubicBezTo>
                  <a:cubicBezTo>
                    <a:pt x="2617661" y="910336"/>
                    <a:pt x="2605913" y="934148"/>
                    <a:pt x="2605405" y="935165"/>
                  </a:cubicBezTo>
                  <a:lnTo>
                    <a:pt x="2605024" y="935990"/>
                  </a:lnTo>
                  <a:lnTo>
                    <a:pt x="2605024" y="1024128"/>
                  </a:lnTo>
                  <a:lnTo>
                    <a:pt x="2379916" y="1072515"/>
                  </a:lnTo>
                  <a:lnTo>
                    <a:pt x="2379916" y="1006475"/>
                  </a:lnTo>
                  <a:cubicBezTo>
                    <a:pt x="2380298" y="1004634"/>
                    <a:pt x="2380806" y="999300"/>
                    <a:pt x="2376805" y="994092"/>
                  </a:cubicBezTo>
                  <a:cubicBezTo>
                    <a:pt x="2371725" y="987425"/>
                    <a:pt x="2361438" y="984059"/>
                    <a:pt x="2346325" y="984059"/>
                  </a:cubicBezTo>
                  <a:cubicBezTo>
                    <a:pt x="2309939" y="984059"/>
                    <a:pt x="2298192" y="1007173"/>
                    <a:pt x="2297684" y="1008126"/>
                  </a:cubicBezTo>
                  <a:lnTo>
                    <a:pt x="2297239" y="1009015"/>
                  </a:lnTo>
                  <a:lnTo>
                    <a:pt x="2297239" y="1009967"/>
                  </a:lnTo>
                  <a:lnTo>
                    <a:pt x="2297557" y="1090168"/>
                  </a:lnTo>
                  <a:lnTo>
                    <a:pt x="2089213" y="1134935"/>
                  </a:lnTo>
                  <a:lnTo>
                    <a:pt x="2089213" y="1075182"/>
                  </a:lnTo>
                  <a:cubicBezTo>
                    <a:pt x="2089595" y="1073340"/>
                    <a:pt x="2090039" y="1068388"/>
                    <a:pt x="2086292" y="1063434"/>
                  </a:cubicBezTo>
                  <a:cubicBezTo>
                    <a:pt x="2081276" y="1056831"/>
                    <a:pt x="2070989" y="1053465"/>
                    <a:pt x="2055622" y="1053465"/>
                  </a:cubicBezTo>
                  <a:cubicBezTo>
                    <a:pt x="2019300" y="1053465"/>
                    <a:pt x="2007552" y="1075627"/>
                    <a:pt x="2007045" y="1076579"/>
                  </a:cubicBezTo>
                  <a:lnTo>
                    <a:pt x="2006600" y="1077468"/>
                  </a:lnTo>
                  <a:lnTo>
                    <a:pt x="2006600" y="1152652"/>
                  </a:lnTo>
                  <a:lnTo>
                    <a:pt x="1841310" y="1188148"/>
                  </a:lnTo>
                  <a:lnTo>
                    <a:pt x="1841310" y="1132332"/>
                  </a:lnTo>
                  <a:cubicBezTo>
                    <a:pt x="1841690" y="1130554"/>
                    <a:pt x="1842135" y="1125728"/>
                    <a:pt x="1838515" y="1121029"/>
                  </a:cubicBezTo>
                  <a:cubicBezTo>
                    <a:pt x="1833562" y="1114489"/>
                    <a:pt x="1823212" y="1111123"/>
                    <a:pt x="1807718" y="1111123"/>
                  </a:cubicBezTo>
                  <a:cubicBezTo>
                    <a:pt x="1771460" y="1111123"/>
                    <a:pt x="1759648" y="1132713"/>
                    <a:pt x="1759140" y="1133665"/>
                  </a:cubicBezTo>
                  <a:lnTo>
                    <a:pt x="1758633" y="1134554"/>
                  </a:lnTo>
                  <a:lnTo>
                    <a:pt x="1758633" y="1205928"/>
                  </a:lnTo>
                  <a:lnTo>
                    <a:pt x="1586928" y="1242822"/>
                  </a:lnTo>
                  <a:lnTo>
                    <a:pt x="1586928" y="1187387"/>
                  </a:lnTo>
                  <a:cubicBezTo>
                    <a:pt x="1587310" y="1185609"/>
                    <a:pt x="1587690" y="1181100"/>
                    <a:pt x="1584325" y="1176528"/>
                  </a:cubicBezTo>
                  <a:cubicBezTo>
                    <a:pt x="1579499" y="1169988"/>
                    <a:pt x="1569022" y="1166685"/>
                    <a:pt x="1553337" y="1166685"/>
                  </a:cubicBezTo>
                  <a:cubicBezTo>
                    <a:pt x="1517078" y="1166685"/>
                    <a:pt x="1505267" y="1187577"/>
                    <a:pt x="1504823" y="1188466"/>
                  </a:cubicBezTo>
                  <a:lnTo>
                    <a:pt x="1504315" y="1189419"/>
                  </a:lnTo>
                  <a:lnTo>
                    <a:pt x="1504315" y="1260602"/>
                  </a:lnTo>
                  <a:lnTo>
                    <a:pt x="1343279" y="1295209"/>
                  </a:lnTo>
                  <a:lnTo>
                    <a:pt x="1343279" y="1253300"/>
                  </a:lnTo>
                  <a:cubicBezTo>
                    <a:pt x="1343660" y="1251585"/>
                    <a:pt x="1344041" y="1247331"/>
                    <a:pt x="1340866" y="1243013"/>
                  </a:cubicBezTo>
                  <a:cubicBezTo>
                    <a:pt x="1336103" y="1236535"/>
                    <a:pt x="1325626" y="1233297"/>
                    <a:pt x="1309751" y="1233297"/>
                  </a:cubicBezTo>
                  <a:cubicBezTo>
                    <a:pt x="1273556" y="1233297"/>
                    <a:pt x="1261745" y="1253363"/>
                    <a:pt x="1261237" y="1254189"/>
                  </a:cubicBezTo>
                  <a:lnTo>
                    <a:pt x="1260665" y="1255141"/>
                  </a:lnTo>
                  <a:lnTo>
                    <a:pt x="1260665" y="1312990"/>
                  </a:lnTo>
                  <a:lnTo>
                    <a:pt x="1132776" y="1340485"/>
                  </a:lnTo>
                  <a:lnTo>
                    <a:pt x="1132776" y="1298639"/>
                  </a:lnTo>
                  <a:cubicBezTo>
                    <a:pt x="1133094" y="1296924"/>
                    <a:pt x="1133475" y="1292796"/>
                    <a:pt x="1130427" y="1288669"/>
                  </a:cubicBezTo>
                  <a:cubicBezTo>
                    <a:pt x="1125728" y="1282256"/>
                    <a:pt x="1115250" y="1279017"/>
                    <a:pt x="1099185" y="1279017"/>
                  </a:cubicBezTo>
                  <a:cubicBezTo>
                    <a:pt x="1062990" y="1279017"/>
                    <a:pt x="1051179" y="1298575"/>
                    <a:pt x="1050735" y="1299401"/>
                  </a:cubicBezTo>
                  <a:lnTo>
                    <a:pt x="1050163" y="1300353"/>
                  </a:lnTo>
                  <a:lnTo>
                    <a:pt x="1050163" y="1358265"/>
                  </a:lnTo>
                  <a:lnTo>
                    <a:pt x="945642" y="1380744"/>
                  </a:lnTo>
                  <a:lnTo>
                    <a:pt x="945642" y="1342962"/>
                  </a:lnTo>
                  <a:cubicBezTo>
                    <a:pt x="945960" y="1341310"/>
                    <a:pt x="946340" y="1337437"/>
                    <a:pt x="943483" y="1333500"/>
                  </a:cubicBezTo>
                  <a:cubicBezTo>
                    <a:pt x="938911" y="1327150"/>
                    <a:pt x="928307" y="1323912"/>
                    <a:pt x="912050" y="1323912"/>
                  </a:cubicBezTo>
                  <a:cubicBezTo>
                    <a:pt x="875919" y="1323912"/>
                    <a:pt x="864108" y="1342708"/>
                    <a:pt x="863600" y="1343470"/>
                  </a:cubicBezTo>
                  <a:lnTo>
                    <a:pt x="862965" y="1344485"/>
                  </a:lnTo>
                  <a:lnTo>
                    <a:pt x="862965" y="1381760"/>
                  </a:lnTo>
                  <a:lnTo>
                    <a:pt x="755460" y="1368171"/>
                  </a:lnTo>
                  <a:lnTo>
                    <a:pt x="755460" y="1366584"/>
                  </a:lnTo>
                  <a:lnTo>
                    <a:pt x="278574" y="1479359"/>
                  </a:lnTo>
                  <a:lnTo>
                    <a:pt x="0" y="1479359"/>
                  </a:lnTo>
                  <a:close/>
                  <a:moveTo>
                    <a:pt x="6049709" y="1676337"/>
                  </a:moveTo>
                  <a:lnTo>
                    <a:pt x="6074093" y="1673733"/>
                  </a:lnTo>
                  <a:lnTo>
                    <a:pt x="6074093" y="1880997"/>
                  </a:lnTo>
                  <a:lnTo>
                    <a:pt x="6049709" y="1883092"/>
                  </a:lnTo>
                  <a:lnTo>
                    <a:pt x="6049709" y="1676337"/>
                  </a:lnTo>
                  <a:close/>
                  <a:moveTo>
                    <a:pt x="6016943" y="1679829"/>
                  </a:moveTo>
                  <a:lnTo>
                    <a:pt x="6041326" y="1677226"/>
                  </a:lnTo>
                  <a:lnTo>
                    <a:pt x="6041326" y="1883791"/>
                  </a:lnTo>
                  <a:lnTo>
                    <a:pt x="6016943" y="1885887"/>
                  </a:lnTo>
                  <a:lnTo>
                    <a:pt x="6016943" y="1679829"/>
                  </a:lnTo>
                  <a:close/>
                  <a:moveTo>
                    <a:pt x="5984240" y="1683385"/>
                  </a:moveTo>
                  <a:lnTo>
                    <a:pt x="6008624" y="1680782"/>
                  </a:lnTo>
                  <a:lnTo>
                    <a:pt x="6008624" y="1886648"/>
                  </a:lnTo>
                  <a:lnTo>
                    <a:pt x="5984240" y="1888744"/>
                  </a:lnTo>
                  <a:lnTo>
                    <a:pt x="5984240" y="1683385"/>
                  </a:lnTo>
                  <a:close/>
                  <a:moveTo>
                    <a:pt x="6099429" y="1040003"/>
                  </a:moveTo>
                  <a:lnTo>
                    <a:pt x="5956872" y="1063117"/>
                  </a:lnTo>
                  <a:cubicBezTo>
                    <a:pt x="5963095" y="1021905"/>
                    <a:pt x="5989574" y="923544"/>
                    <a:pt x="6099429" y="898652"/>
                  </a:cubicBezTo>
                  <a:lnTo>
                    <a:pt x="6099429" y="1040003"/>
                  </a:lnTo>
                  <a:close/>
                  <a:moveTo>
                    <a:pt x="6099429" y="1190562"/>
                  </a:moveTo>
                  <a:lnTo>
                    <a:pt x="5954967" y="1213993"/>
                  </a:lnTo>
                  <a:lnTo>
                    <a:pt x="5954967" y="1081278"/>
                  </a:lnTo>
                  <a:cubicBezTo>
                    <a:pt x="5955030" y="1080452"/>
                    <a:pt x="5955157" y="1077023"/>
                    <a:pt x="5955729" y="1071753"/>
                  </a:cubicBezTo>
                  <a:lnTo>
                    <a:pt x="6099429" y="1048448"/>
                  </a:lnTo>
                  <a:lnTo>
                    <a:pt x="6099429" y="1190562"/>
                  </a:lnTo>
                  <a:close/>
                  <a:moveTo>
                    <a:pt x="6099429" y="1339596"/>
                  </a:moveTo>
                  <a:lnTo>
                    <a:pt x="5954967" y="1363027"/>
                  </a:lnTo>
                  <a:lnTo>
                    <a:pt x="5954967" y="1222439"/>
                  </a:lnTo>
                  <a:lnTo>
                    <a:pt x="6099429" y="1199007"/>
                  </a:lnTo>
                  <a:lnTo>
                    <a:pt x="6099429" y="1339596"/>
                  </a:lnTo>
                  <a:close/>
                  <a:moveTo>
                    <a:pt x="5954967" y="1487932"/>
                  </a:moveTo>
                  <a:lnTo>
                    <a:pt x="5954967" y="1371409"/>
                  </a:lnTo>
                  <a:lnTo>
                    <a:pt x="6099429" y="1347978"/>
                  </a:lnTo>
                  <a:lnTo>
                    <a:pt x="6099429" y="1471041"/>
                  </a:lnTo>
                  <a:lnTo>
                    <a:pt x="5954967" y="1487932"/>
                  </a:lnTo>
                  <a:close/>
                  <a:moveTo>
                    <a:pt x="5951537" y="1689164"/>
                  </a:moveTo>
                  <a:lnTo>
                    <a:pt x="5954967" y="1689164"/>
                  </a:lnTo>
                  <a:lnTo>
                    <a:pt x="5954967" y="1686496"/>
                  </a:lnTo>
                  <a:lnTo>
                    <a:pt x="5975922" y="1684274"/>
                  </a:lnTo>
                  <a:lnTo>
                    <a:pt x="5975922" y="1889506"/>
                  </a:lnTo>
                  <a:lnTo>
                    <a:pt x="5951537" y="1891602"/>
                  </a:lnTo>
                  <a:lnTo>
                    <a:pt x="5951537" y="1689164"/>
                  </a:lnTo>
                  <a:close/>
                  <a:moveTo>
                    <a:pt x="5918772" y="1690370"/>
                  </a:moveTo>
                  <a:lnTo>
                    <a:pt x="5943156" y="1687766"/>
                  </a:lnTo>
                  <a:lnTo>
                    <a:pt x="5943156" y="1892300"/>
                  </a:lnTo>
                  <a:lnTo>
                    <a:pt x="5918772" y="1894396"/>
                  </a:lnTo>
                  <a:lnTo>
                    <a:pt x="5918772" y="1690370"/>
                  </a:lnTo>
                  <a:close/>
                  <a:moveTo>
                    <a:pt x="5886069" y="1693926"/>
                  </a:moveTo>
                  <a:lnTo>
                    <a:pt x="5910453" y="1691322"/>
                  </a:lnTo>
                  <a:lnTo>
                    <a:pt x="5910453" y="1895158"/>
                  </a:lnTo>
                  <a:lnTo>
                    <a:pt x="5886069" y="1897253"/>
                  </a:lnTo>
                  <a:lnTo>
                    <a:pt x="5886069" y="1693926"/>
                  </a:lnTo>
                  <a:close/>
                  <a:moveTo>
                    <a:pt x="5853367" y="1697419"/>
                  </a:moveTo>
                  <a:lnTo>
                    <a:pt x="5877750" y="1694815"/>
                  </a:lnTo>
                  <a:lnTo>
                    <a:pt x="5877750" y="1898015"/>
                  </a:lnTo>
                  <a:lnTo>
                    <a:pt x="5853367" y="1900110"/>
                  </a:lnTo>
                  <a:lnTo>
                    <a:pt x="5853367" y="1697419"/>
                  </a:lnTo>
                  <a:close/>
                  <a:moveTo>
                    <a:pt x="5820600" y="1700911"/>
                  </a:moveTo>
                  <a:lnTo>
                    <a:pt x="5844985" y="1698308"/>
                  </a:lnTo>
                  <a:lnTo>
                    <a:pt x="5844985" y="1900809"/>
                  </a:lnTo>
                  <a:lnTo>
                    <a:pt x="5820600" y="1902904"/>
                  </a:lnTo>
                  <a:lnTo>
                    <a:pt x="5820600" y="1700911"/>
                  </a:lnTo>
                  <a:close/>
                  <a:moveTo>
                    <a:pt x="5665851" y="48387"/>
                  </a:moveTo>
                  <a:cubicBezTo>
                    <a:pt x="5666804" y="44196"/>
                    <a:pt x="5676710" y="8318"/>
                    <a:pt x="5732780" y="8318"/>
                  </a:cubicBezTo>
                  <a:cubicBezTo>
                    <a:pt x="5755196" y="8318"/>
                    <a:pt x="5770753" y="13145"/>
                    <a:pt x="5777801" y="22225"/>
                  </a:cubicBezTo>
                  <a:cubicBezTo>
                    <a:pt x="5783834" y="30035"/>
                    <a:pt x="5781738" y="38545"/>
                    <a:pt x="5781611" y="38926"/>
                  </a:cubicBezTo>
                  <a:lnTo>
                    <a:pt x="5781485" y="40005"/>
                  </a:lnTo>
                  <a:lnTo>
                    <a:pt x="5781485" y="1900936"/>
                  </a:lnTo>
                  <a:lnTo>
                    <a:pt x="5789803" y="1900936"/>
                  </a:lnTo>
                  <a:lnTo>
                    <a:pt x="5789803" y="1704277"/>
                  </a:lnTo>
                  <a:lnTo>
                    <a:pt x="5812282" y="1701864"/>
                  </a:lnTo>
                  <a:lnTo>
                    <a:pt x="5812282" y="1903666"/>
                  </a:lnTo>
                  <a:lnTo>
                    <a:pt x="5665851" y="1916366"/>
                  </a:lnTo>
                  <a:lnTo>
                    <a:pt x="5665851" y="48387"/>
                  </a:lnTo>
                  <a:close/>
                  <a:moveTo>
                    <a:pt x="5657533" y="1109218"/>
                  </a:moveTo>
                  <a:lnTo>
                    <a:pt x="5591937" y="1119822"/>
                  </a:lnTo>
                  <a:lnTo>
                    <a:pt x="5591937" y="976757"/>
                  </a:lnTo>
                  <a:cubicBezTo>
                    <a:pt x="5595874" y="976884"/>
                    <a:pt x="5599811" y="977202"/>
                    <a:pt x="5603685" y="977836"/>
                  </a:cubicBezTo>
                  <a:cubicBezTo>
                    <a:pt x="5635181" y="983425"/>
                    <a:pt x="5653913" y="1007046"/>
                    <a:pt x="5657533" y="1011936"/>
                  </a:cubicBezTo>
                  <a:lnTo>
                    <a:pt x="5657533" y="1109218"/>
                  </a:lnTo>
                  <a:close/>
                  <a:moveTo>
                    <a:pt x="5657533" y="1259777"/>
                  </a:moveTo>
                  <a:lnTo>
                    <a:pt x="5591937" y="1270381"/>
                  </a:lnTo>
                  <a:lnTo>
                    <a:pt x="5591937" y="1128268"/>
                  </a:lnTo>
                  <a:lnTo>
                    <a:pt x="5657533" y="1117664"/>
                  </a:lnTo>
                  <a:lnTo>
                    <a:pt x="5657533" y="1259777"/>
                  </a:lnTo>
                  <a:close/>
                  <a:moveTo>
                    <a:pt x="5657533" y="1408811"/>
                  </a:moveTo>
                  <a:lnTo>
                    <a:pt x="5591937" y="1419415"/>
                  </a:lnTo>
                  <a:lnTo>
                    <a:pt x="5591937" y="1278827"/>
                  </a:lnTo>
                  <a:lnTo>
                    <a:pt x="5657533" y="1268222"/>
                  </a:lnTo>
                  <a:lnTo>
                    <a:pt x="5657533" y="1408811"/>
                  </a:lnTo>
                  <a:close/>
                  <a:moveTo>
                    <a:pt x="5657533" y="1710119"/>
                  </a:moveTo>
                  <a:lnTo>
                    <a:pt x="5431346" y="1734439"/>
                  </a:lnTo>
                  <a:lnTo>
                    <a:pt x="5431346" y="1647571"/>
                  </a:lnTo>
                  <a:lnTo>
                    <a:pt x="5653214" y="1619187"/>
                  </a:lnTo>
                  <a:lnTo>
                    <a:pt x="5652135" y="1610932"/>
                  </a:lnTo>
                  <a:lnTo>
                    <a:pt x="5431282" y="1639189"/>
                  </a:lnTo>
                  <a:lnTo>
                    <a:pt x="5431282" y="1557274"/>
                  </a:lnTo>
                  <a:lnTo>
                    <a:pt x="5653151" y="1528890"/>
                  </a:lnTo>
                  <a:lnTo>
                    <a:pt x="5652072" y="1520634"/>
                  </a:lnTo>
                  <a:lnTo>
                    <a:pt x="5591873" y="1528318"/>
                  </a:lnTo>
                  <a:lnTo>
                    <a:pt x="5591873" y="1427925"/>
                  </a:lnTo>
                  <a:lnTo>
                    <a:pt x="5657469" y="1417320"/>
                  </a:lnTo>
                  <a:lnTo>
                    <a:pt x="5657469" y="1710119"/>
                  </a:lnTo>
                  <a:close/>
                  <a:moveTo>
                    <a:pt x="5583619" y="1129665"/>
                  </a:moveTo>
                  <a:lnTo>
                    <a:pt x="5583619" y="1271778"/>
                  </a:lnTo>
                  <a:lnTo>
                    <a:pt x="5431346" y="1296479"/>
                  </a:lnTo>
                  <a:lnTo>
                    <a:pt x="5431346" y="1267206"/>
                  </a:lnTo>
                  <a:cubicBezTo>
                    <a:pt x="5431282" y="1266381"/>
                    <a:pt x="5427726" y="1219009"/>
                    <a:pt x="5437061" y="1163002"/>
                  </a:cubicBezTo>
                  <a:cubicBezTo>
                    <a:pt x="5437569" y="1159827"/>
                    <a:pt x="5438140" y="1156526"/>
                    <a:pt x="5438775" y="1153223"/>
                  </a:cubicBezTo>
                  <a:lnTo>
                    <a:pt x="5583619" y="1129665"/>
                  </a:lnTo>
                  <a:close/>
                  <a:moveTo>
                    <a:pt x="5440489" y="1144397"/>
                  </a:moveTo>
                  <a:cubicBezTo>
                    <a:pt x="5450840" y="1095883"/>
                    <a:pt x="5472938" y="1037717"/>
                    <a:pt x="5519992" y="1003300"/>
                  </a:cubicBezTo>
                  <a:cubicBezTo>
                    <a:pt x="5542026" y="987171"/>
                    <a:pt x="5563298" y="978345"/>
                    <a:pt x="5583555" y="976884"/>
                  </a:cubicBezTo>
                  <a:lnTo>
                    <a:pt x="5583555" y="1121220"/>
                  </a:lnTo>
                  <a:lnTo>
                    <a:pt x="5440489" y="1144397"/>
                  </a:lnTo>
                  <a:close/>
                  <a:moveTo>
                    <a:pt x="5583619" y="1280160"/>
                  </a:moveTo>
                  <a:lnTo>
                    <a:pt x="5583619" y="1420749"/>
                  </a:lnTo>
                  <a:lnTo>
                    <a:pt x="5431346" y="1445451"/>
                  </a:lnTo>
                  <a:lnTo>
                    <a:pt x="5431346" y="1304862"/>
                  </a:lnTo>
                  <a:lnTo>
                    <a:pt x="5583619" y="1280160"/>
                  </a:lnTo>
                  <a:close/>
                  <a:moveTo>
                    <a:pt x="5583619" y="1429195"/>
                  </a:moveTo>
                  <a:lnTo>
                    <a:pt x="5583619" y="1529271"/>
                  </a:lnTo>
                  <a:lnTo>
                    <a:pt x="5431346" y="1548765"/>
                  </a:lnTo>
                  <a:lnTo>
                    <a:pt x="5431346" y="1453896"/>
                  </a:lnTo>
                  <a:lnTo>
                    <a:pt x="5583619" y="1429195"/>
                  </a:lnTo>
                  <a:close/>
                  <a:moveTo>
                    <a:pt x="5608892" y="1723708"/>
                  </a:moveTo>
                  <a:lnTo>
                    <a:pt x="5627687" y="1721676"/>
                  </a:lnTo>
                  <a:lnTo>
                    <a:pt x="5627687" y="1918335"/>
                  </a:lnTo>
                  <a:lnTo>
                    <a:pt x="5636006" y="1918335"/>
                  </a:lnTo>
                  <a:lnTo>
                    <a:pt x="5636006" y="1720787"/>
                  </a:lnTo>
                  <a:lnTo>
                    <a:pt x="5657533" y="1718501"/>
                  </a:lnTo>
                  <a:lnTo>
                    <a:pt x="5657533" y="1917128"/>
                  </a:lnTo>
                  <a:lnTo>
                    <a:pt x="5608892" y="1921320"/>
                  </a:lnTo>
                  <a:lnTo>
                    <a:pt x="5608892" y="1723708"/>
                  </a:lnTo>
                  <a:close/>
                  <a:moveTo>
                    <a:pt x="5581777" y="1726628"/>
                  </a:moveTo>
                  <a:lnTo>
                    <a:pt x="5600574" y="1724596"/>
                  </a:lnTo>
                  <a:lnTo>
                    <a:pt x="5600574" y="1921383"/>
                  </a:lnTo>
                  <a:lnTo>
                    <a:pt x="5608066" y="1921383"/>
                  </a:lnTo>
                  <a:lnTo>
                    <a:pt x="5581777" y="1923669"/>
                  </a:lnTo>
                  <a:lnTo>
                    <a:pt x="5581777" y="1726628"/>
                  </a:lnTo>
                  <a:close/>
                  <a:moveTo>
                    <a:pt x="5554599" y="1729550"/>
                  </a:moveTo>
                  <a:lnTo>
                    <a:pt x="5573395" y="1727517"/>
                  </a:lnTo>
                  <a:lnTo>
                    <a:pt x="5573395" y="1924367"/>
                  </a:lnTo>
                  <a:lnTo>
                    <a:pt x="5554599" y="1926019"/>
                  </a:lnTo>
                  <a:lnTo>
                    <a:pt x="5554599" y="1729550"/>
                  </a:lnTo>
                  <a:close/>
                  <a:moveTo>
                    <a:pt x="5527485" y="1732471"/>
                  </a:moveTo>
                  <a:lnTo>
                    <a:pt x="5546281" y="1730439"/>
                  </a:lnTo>
                  <a:lnTo>
                    <a:pt x="5546281" y="1926717"/>
                  </a:lnTo>
                  <a:lnTo>
                    <a:pt x="5527485" y="1928368"/>
                  </a:lnTo>
                  <a:lnTo>
                    <a:pt x="5527485" y="1732471"/>
                  </a:lnTo>
                  <a:close/>
                  <a:moveTo>
                    <a:pt x="5500370" y="1735328"/>
                  </a:moveTo>
                  <a:lnTo>
                    <a:pt x="5519166" y="1733296"/>
                  </a:lnTo>
                  <a:lnTo>
                    <a:pt x="5519166" y="1929066"/>
                  </a:lnTo>
                  <a:lnTo>
                    <a:pt x="5500370" y="1930717"/>
                  </a:lnTo>
                  <a:lnTo>
                    <a:pt x="5500370" y="1735328"/>
                  </a:lnTo>
                  <a:close/>
                  <a:moveTo>
                    <a:pt x="5473256" y="1738249"/>
                  </a:moveTo>
                  <a:lnTo>
                    <a:pt x="5492051" y="1736217"/>
                  </a:lnTo>
                  <a:lnTo>
                    <a:pt x="5492051" y="1931416"/>
                  </a:lnTo>
                  <a:lnTo>
                    <a:pt x="5473256" y="1933067"/>
                  </a:lnTo>
                  <a:lnTo>
                    <a:pt x="5473256" y="1738249"/>
                  </a:lnTo>
                  <a:close/>
                  <a:moveTo>
                    <a:pt x="5446141" y="1741170"/>
                  </a:moveTo>
                  <a:lnTo>
                    <a:pt x="5464937" y="1739138"/>
                  </a:lnTo>
                  <a:lnTo>
                    <a:pt x="5464937" y="1933765"/>
                  </a:lnTo>
                  <a:lnTo>
                    <a:pt x="5446141" y="1935416"/>
                  </a:lnTo>
                  <a:lnTo>
                    <a:pt x="5446141" y="1741170"/>
                  </a:lnTo>
                  <a:close/>
                  <a:moveTo>
                    <a:pt x="5419026" y="1744091"/>
                  </a:moveTo>
                  <a:lnTo>
                    <a:pt x="5437823" y="1742059"/>
                  </a:lnTo>
                  <a:lnTo>
                    <a:pt x="5437823" y="1936115"/>
                  </a:lnTo>
                  <a:lnTo>
                    <a:pt x="5419026" y="1937766"/>
                  </a:lnTo>
                  <a:lnTo>
                    <a:pt x="5419026" y="1744091"/>
                  </a:lnTo>
                  <a:close/>
                  <a:moveTo>
                    <a:pt x="5391912" y="1747012"/>
                  </a:moveTo>
                  <a:lnTo>
                    <a:pt x="5410708" y="1744980"/>
                  </a:lnTo>
                  <a:lnTo>
                    <a:pt x="5410708" y="1938465"/>
                  </a:lnTo>
                  <a:lnTo>
                    <a:pt x="5391912" y="1940115"/>
                  </a:lnTo>
                  <a:lnTo>
                    <a:pt x="5391912" y="1747012"/>
                  </a:lnTo>
                  <a:close/>
                  <a:moveTo>
                    <a:pt x="5364734" y="1749933"/>
                  </a:moveTo>
                  <a:lnTo>
                    <a:pt x="5383530" y="1747901"/>
                  </a:lnTo>
                  <a:lnTo>
                    <a:pt x="5383530" y="1940814"/>
                  </a:lnTo>
                  <a:lnTo>
                    <a:pt x="5364734" y="1942465"/>
                  </a:lnTo>
                  <a:lnTo>
                    <a:pt x="5364734" y="1749933"/>
                  </a:lnTo>
                  <a:close/>
                  <a:moveTo>
                    <a:pt x="5337620" y="1752854"/>
                  </a:moveTo>
                  <a:lnTo>
                    <a:pt x="5356416" y="1750822"/>
                  </a:lnTo>
                  <a:lnTo>
                    <a:pt x="5356416" y="1943227"/>
                  </a:lnTo>
                  <a:lnTo>
                    <a:pt x="5337620" y="1944878"/>
                  </a:lnTo>
                  <a:lnTo>
                    <a:pt x="5337620" y="1752854"/>
                  </a:lnTo>
                  <a:close/>
                  <a:moveTo>
                    <a:pt x="5310505" y="1755775"/>
                  </a:moveTo>
                  <a:lnTo>
                    <a:pt x="5329301" y="1753743"/>
                  </a:lnTo>
                  <a:lnTo>
                    <a:pt x="5329301" y="1945577"/>
                  </a:lnTo>
                  <a:lnTo>
                    <a:pt x="5310505" y="1947227"/>
                  </a:lnTo>
                  <a:lnTo>
                    <a:pt x="5310505" y="1755775"/>
                  </a:lnTo>
                  <a:close/>
                  <a:moveTo>
                    <a:pt x="5283391" y="1758696"/>
                  </a:moveTo>
                  <a:lnTo>
                    <a:pt x="5302186" y="1756664"/>
                  </a:lnTo>
                  <a:lnTo>
                    <a:pt x="5302186" y="1947926"/>
                  </a:lnTo>
                  <a:lnTo>
                    <a:pt x="5283391" y="1949577"/>
                  </a:lnTo>
                  <a:lnTo>
                    <a:pt x="5283391" y="1758696"/>
                  </a:lnTo>
                  <a:close/>
                  <a:moveTo>
                    <a:pt x="5256276" y="1761617"/>
                  </a:moveTo>
                  <a:lnTo>
                    <a:pt x="5275072" y="1759585"/>
                  </a:lnTo>
                  <a:lnTo>
                    <a:pt x="5275072" y="1950276"/>
                  </a:lnTo>
                  <a:lnTo>
                    <a:pt x="5256276" y="1951927"/>
                  </a:lnTo>
                  <a:lnTo>
                    <a:pt x="5256276" y="1761617"/>
                  </a:lnTo>
                  <a:close/>
                  <a:moveTo>
                    <a:pt x="5223891" y="1765046"/>
                  </a:moveTo>
                  <a:lnTo>
                    <a:pt x="5247958" y="1762442"/>
                  </a:lnTo>
                  <a:lnTo>
                    <a:pt x="5247958" y="1952562"/>
                  </a:lnTo>
                  <a:lnTo>
                    <a:pt x="5223891" y="1954657"/>
                  </a:lnTo>
                  <a:lnTo>
                    <a:pt x="5223891" y="1765046"/>
                  </a:lnTo>
                  <a:close/>
                  <a:moveTo>
                    <a:pt x="5223891" y="487870"/>
                  </a:moveTo>
                  <a:lnTo>
                    <a:pt x="5657533" y="392494"/>
                  </a:lnTo>
                  <a:lnTo>
                    <a:pt x="5657533" y="999109"/>
                  </a:lnTo>
                  <a:cubicBezTo>
                    <a:pt x="5648261" y="989203"/>
                    <a:pt x="5630736" y="974344"/>
                    <a:pt x="5605272" y="969772"/>
                  </a:cubicBezTo>
                  <a:cubicBezTo>
                    <a:pt x="5576887" y="964692"/>
                    <a:pt x="5546599" y="973709"/>
                    <a:pt x="5515166" y="996633"/>
                  </a:cubicBezTo>
                  <a:cubicBezTo>
                    <a:pt x="5465889" y="1032637"/>
                    <a:pt x="5442395" y="1091946"/>
                    <a:pt x="5431409" y="1145921"/>
                  </a:cubicBezTo>
                  <a:lnTo>
                    <a:pt x="5425758" y="1146810"/>
                  </a:lnTo>
                  <a:lnTo>
                    <a:pt x="5427091" y="1155002"/>
                  </a:lnTo>
                  <a:lnTo>
                    <a:pt x="5429758" y="1154557"/>
                  </a:lnTo>
                  <a:cubicBezTo>
                    <a:pt x="5419154" y="1213104"/>
                    <a:pt x="5422710" y="1263459"/>
                    <a:pt x="5423027" y="1267460"/>
                  </a:cubicBezTo>
                  <a:lnTo>
                    <a:pt x="5423027" y="1735265"/>
                  </a:lnTo>
                  <a:lnTo>
                    <a:pt x="5223955" y="1756664"/>
                  </a:lnTo>
                  <a:lnTo>
                    <a:pt x="5223955" y="487870"/>
                  </a:lnTo>
                  <a:close/>
                  <a:moveTo>
                    <a:pt x="5099939" y="174180"/>
                  </a:moveTo>
                  <a:cubicBezTo>
                    <a:pt x="5100955" y="170053"/>
                    <a:pt x="5110924" y="136144"/>
                    <a:pt x="5166868" y="136144"/>
                  </a:cubicBezTo>
                  <a:cubicBezTo>
                    <a:pt x="5186045" y="136144"/>
                    <a:pt x="5199888" y="141097"/>
                    <a:pt x="5207953" y="150813"/>
                  </a:cubicBezTo>
                  <a:cubicBezTo>
                    <a:pt x="5218938" y="164020"/>
                    <a:pt x="5215699" y="182182"/>
                    <a:pt x="5215636" y="182372"/>
                  </a:cubicBezTo>
                  <a:lnTo>
                    <a:pt x="5215573" y="183134"/>
                  </a:lnTo>
                  <a:lnTo>
                    <a:pt x="5215573" y="1954721"/>
                  </a:lnTo>
                  <a:lnTo>
                    <a:pt x="5223637" y="1954721"/>
                  </a:lnTo>
                  <a:lnTo>
                    <a:pt x="5099939" y="1965452"/>
                  </a:lnTo>
                  <a:lnTo>
                    <a:pt x="5099939" y="174180"/>
                  </a:lnTo>
                  <a:close/>
                  <a:moveTo>
                    <a:pt x="5091621" y="1192403"/>
                  </a:moveTo>
                  <a:lnTo>
                    <a:pt x="5072317" y="1196022"/>
                  </a:lnTo>
                  <a:lnTo>
                    <a:pt x="5072317" y="1067498"/>
                  </a:lnTo>
                  <a:lnTo>
                    <a:pt x="5070983" y="1067498"/>
                  </a:lnTo>
                  <a:cubicBezTo>
                    <a:pt x="5080381" y="1064768"/>
                    <a:pt x="5087557" y="1064070"/>
                    <a:pt x="5091557" y="1063942"/>
                  </a:cubicBezTo>
                  <a:lnTo>
                    <a:pt x="5091557" y="1192403"/>
                  </a:lnTo>
                  <a:close/>
                  <a:moveTo>
                    <a:pt x="5091621" y="1345438"/>
                  </a:moveTo>
                  <a:lnTo>
                    <a:pt x="5072317" y="1349058"/>
                  </a:lnTo>
                  <a:lnTo>
                    <a:pt x="5072317" y="1204532"/>
                  </a:lnTo>
                  <a:lnTo>
                    <a:pt x="5091621" y="1200912"/>
                  </a:lnTo>
                  <a:lnTo>
                    <a:pt x="5091621" y="1345438"/>
                  </a:lnTo>
                  <a:close/>
                  <a:moveTo>
                    <a:pt x="5091621" y="1481391"/>
                  </a:moveTo>
                  <a:lnTo>
                    <a:pt x="5072317" y="1485011"/>
                  </a:lnTo>
                  <a:lnTo>
                    <a:pt x="5072317" y="1357503"/>
                  </a:lnTo>
                  <a:lnTo>
                    <a:pt x="5091621" y="1353884"/>
                  </a:lnTo>
                  <a:lnTo>
                    <a:pt x="5091621" y="1481391"/>
                  </a:lnTo>
                  <a:close/>
                  <a:moveTo>
                    <a:pt x="5091621" y="1598994"/>
                  </a:moveTo>
                  <a:lnTo>
                    <a:pt x="5072317" y="1601343"/>
                  </a:lnTo>
                  <a:lnTo>
                    <a:pt x="5072317" y="1493457"/>
                  </a:lnTo>
                  <a:lnTo>
                    <a:pt x="5091621" y="1489837"/>
                  </a:lnTo>
                  <a:lnTo>
                    <a:pt x="5091621" y="1598994"/>
                  </a:lnTo>
                  <a:close/>
                  <a:moveTo>
                    <a:pt x="5091621" y="1689290"/>
                  </a:moveTo>
                  <a:lnTo>
                    <a:pt x="4950270" y="1706435"/>
                  </a:lnTo>
                  <a:lnTo>
                    <a:pt x="4950270" y="1624521"/>
                  </a:lnTo>
                  <a:lnTo>
                    <a:pt x="5091621" y="1607376"/>
                  </a:lnTo>
                  <a:lnTo>
                    <a:pt x="5091621" y="1689290"/>
                  </a:lnTo>
                  <a:close/>
                  <a:moveTo>
                    <a:pt x="5063999" y="1206056"/>
                  </a:moveTo>
                  <a:lnTo>
                    <a:pt x="5063999" y="1350582"/>
                  </a:lnTo>
                  <a:lnTo>
                    <a:pt x="4950270" y="1371854"/>
                  </a:lnTo>
                  <a:lnTo>
                    <a:pt x="4950270" y="1337691"/>
                  </a:lnTo>
                  <a:cubicBezTo>
                    <a:pt x="4950206" y="1336612"/>
                    <a:pt x="4947412" y="1281938"/>
                    <a:pt x="4954397" y="1226566"/>
                  </a:cubicBezTo>
                  <a:lnTo>
                    <a:pt x="5063999" y="1206056"/>
                  </a:lnTo>
                  <a:close/>
                  <a:moveTo>
                    <a:pt x="4955540" y="1217866"/>
                  </a:moveTo>
                  <a:cubicBezTo>
                    <a:pt x="4960620" y="1182815"/>
                    <a:pt x="4969891" y="1148588"/>
                    <a:pt x="4986528" y="1128713"/>
                  </a:cubicBezTo>
                  <a:cubicBezTo>
                    <a:pt x="5016183" y="1093216"/>
                    <a:pt x="5043932" y="1077087"/>
                    <a:pt x="5063999" y="1069848"/>
                  </a:cubicBezTo>
                  <a:lnTo>
                    <a:pt x="5063999" y="1197610"/>
                  </a:lnTo>
                  <a:lnTo>
                    <a:pt x="4955540" y="1217866"/>
                  </a:lnTo>
                  <a:close/>
                  <a:moveTo>
                    <a:pt x="5063999" y="1359090"/>
                  </a:moveTo>
                  <a:lnTo>
                    <a:pt x="5063999" y="1486598"/>
                  </a:lnTo>
                  <a:lnTo>
                    <a:pt x="4950270" y="1507871"/>
                  </a:lnTo>
                  <a:lnTo>
                    <a:pt x="4950270" y="1374203"/>
                  </a:lnTo>
                  <a:lnTo>
                    <a:pt x="4951412" y="1380172"/>
                  </a:lnTo>
                  <a:lnTo>
                    <a:pt x="5063999" y="1359090"/>
                  </a:lnTo>
                  <a:close/>
                  <a:moveTo>
                    <a:pt x="5063999" y="1495044"/>
                  </a:moveTo>
                  <a:lnTo>
                    <a:pt x="5063999" y="1602359"/>
                  </a:lnTo>
                  <a:lnTo>
                    <a:pt x="4950270" y="1616139"/>
                  </a:lnTo>
                  <a:lnTo>
                    <a:pt x="4950270" y="1510094"/>
                  </a:lnTo>
                  <a:lnTo>
                    <a:pt x="4951412" y="1516063"/>
                  </a:lnTo>
                  <a:lnTo>
                    <a:pt x="5063999" y="1495044"/>
                  </a:lnTo>
                  <a:close/>
                  <a:moveTo>
                    <a:pt x="5091621" y="1770888"/>
                  </a:moveTo>
                  <a:lnTo>
                    <a:pt x="4950270" y="1786065"/>
                  </a:lnTo>
                  <a:lnTo>
                    <a:pt x="4950270" y="1714817"/>
                  </a:lnTo>
                  <a:lnTo>
                    <a:pt x="5091621" y="1697672"/>
                  </a:lnTo>
                  <a:lnTo>
                    <a:pt x="5091621" y="1770888"/>
                  </a:lnTo>
                  <a:close/>
                  <a:moveTo>
                    <a:pt x="4687125" y="1822767"/>
                  </a:moveTo>
                  <a:lnTo>
                    <a:pt x="4732719" y="1817878"/>
                  </a:lnTo>
                  <a:lnTo>
                    <a:pt x="4732719" y="1818958"/>
                  </a:lnTo>
                  <a:lnTo>
                    <a:pt x="4741037" y="1818958"/>
                  </a:lnTo>
                  <a:lnTo>
                    <a:pt x="4741037" y="1816989"/>
                  </a:lnTo>
                  <a:lnTo>
                    <a:pt x="5091557" y="1779334"/>
                  </a:lnTo>
                  <a:lnTo>
                    <a:pt x="5091557" y="1966214"/>
                  </a:lnTo>
                  <a:lnTo>
                    <a:pt x="4996117" y="1974469"/>
                  </a:lnTo>
                  <a:lnTo>
                    <a:pt x="4996117" y="1791589"/>
                  </a:lnTo>
                  <a:lnTo>
                    <a:pt x="4987799" y="1791589"/>
                  </a:lnTo>
                  <a:lnTo>
                    <a:pt x="4987799" y="1974977"/>
                  </a:lnTo>
                  <a:lnTo>
                    <a:pt x="4989894" y="1974977"/>
                  </a:lnTo>
                  <a:lnTo>
                    <a:pt x="4970717" y="1976628"/>
                  </a:lnTo>
                  <a:lnTo>
                    <a:pt x="4970717" y="1794383"/>
                  </a:lnTo>
                  <a:lnTo>
                    <a:pt x="4962399" y="1794383"/>
                  </a:lnTo>
                  <a:lnTo>
                    <a:pt x="4962399" y="1977390"/>
                  </a:lnTo>
                  <a:lnTo>
                    <a:pt x="4945317" y="1978851"/>
                  </a:lnTo>
                  <a:lnTo>
                    <a:pt x="4945317" y="1797114"/>
                  </a:lnTo>
                  <a:lnTo>
                    <a:pt x="4936999" y="1797114"/>
                  </a:lnTo>
                  <a:lnTo>
                    <a:pt x="4936999" y="1979549"/>
                  </a:lnTo>
                  <a:lnTo>
                    <a:pt x="4919917" y="1981009"/>
                  </a:lnTo>
                  <a:lnTo>
                    <a:pt x="4919917" y="1799844"/>
                  </a:lnTo>
                  <a:lnTo>
                    <a:pt x="4911599" y="1799844"/>
                  </a:lnTo>
                  <a:lnTo>
                    <a:pt x="4911599" y="1981708"/>
                  </a:lnTo>
                  <a:lnTo>
                    <a:pt x="4894517" y="1983169"/>
                  </a:lnTo>
                  <a:lnTo>
                    <a:pt x="4894517" y="1802638"/>
                  </a:lnTo>
                  <a:lnTo>
                    <a:pt x="4886199" y="1802638"/>
                  </a:lnTo>
                  <a:lnTo>
                    <a:pt x="4886199" y="1983994"/>
                  </a:lnTo>
                  <a:lnTo>
                    <a:pt x="4869117" y="1985454"/>
                  </a:lnTo>
                  <a:lnTo>
                    <a:pt x="4869117" y="1805432"/>
                  </a:lnTo>
                  <a:lnTo>
                    <a:pt x="4860799" y="1805432"/>
                  </a:lnTo>
                  <a:lnTo>
                    <a:pt x="4860799" y="1986216"/>
                  </a:lnTo>
                  <a:lnTo>
                    <a:pt x="4843717" y="1987677"/>
                  </a:lnTo>
                  <a:lnTo>
                    <a:pt x="4843717" y="1808163"/>
                  </a:lnTo>
                  <a:lnTo>
                    <a:pt x="4835399" y="1808163"/>
                  </a:lnTo>
                  <a:lnTo>
                    <a:pt x="4835399" y="1988376"/>
                  </a:lnTo>
                  <a:lnTo>
                    <a:pt x="4818317" y="1989836"/>
                  </a:lnTo>
                  <a:lnTo>
                    <a:pt x="4818317" y="1810893"/>
                  </a:lnTo>
                  <a:lnTo>
                    <a:pt x="4809999" y="1810893"/>
                  </a:lnTo>
                  <a:lnTo>
                    <a:pt x="4809999" y="1990534"/>
                  </a:lnTo>
                  <a:lnTo>
                    <a:pt x="4792917" y="1991995"/>
                  </a:lnTo>
                  <a:lnTo>
                    <a:pt x="4792917" y="1813623"/>
                  </a:lnTo>
                  <a:lnTo>
                    <a:pt x="4784599" y="1813623"/>
                  </a:lnTo>
                  <a:lnTo>
                    <a:pt x="4784599" y="1992694"/>
                  </a:lnTo>
                  <a:lnTo>
                    <a:pt x="4767517" y="1994154"/>
                  </a:lnTo>
                  <a:lnTo>
                    <a:pt x="4767517" y="1816354"/>
                  </a:lnTo>
                  <a:lnTo>
                    <a:pt x="4759199" y="1816354"/>
                  </a:lnTo>
                  <a:lnTo>
                    <a:pt x="4759199" y="1994852"/>
                  </a:lnTo>
                  <a:lnTo>
                    <a:pt x="4742117" y="1996313"/>
                  </a:lnTo>
                  <a:lnTo>
                    <a:pt x="4742117" y="1819084"/>
                  </a:lnTo>
                  <a:lnTo>
                    <a:pt x="4733799" y="1819084"/>
                  </a:lnTo>
                  <a:lnTo>
                    <a:pt x="4733799" y="1997012"/>
                  </a:lnTo>
                  <a:lnTo>
                    <a:pt x="4716717" y="1998472"/>
                  </a:lnTo>
                  <a:lnTo>
                    <a:pt x="4716717" y="1821815"/>
                  </a:lnTo>
                  <a:lnTo>
                    <a:pt x="4708399" y="1821815"/>
                  </a:lnTo>
                  <a:lnTo>
                    <a:pt x="4708399" y="1999234"/>
                  </a:lnTo>
                  <a:lnTo>
                    <a:pt x="4687062" y="2001076"/>
                  </a:lnTo>
                  <a:lnTo>
                    <a:pt x="4687062" y="1822767"/>
                  </a:lnTo>
                  <a:close/>
                  <a:moveTo>
                    <a:pt x="4687125" y="1170369"/>
                  </a:moveTo>
                  <a:cubicBezTo>
                    <a:pt x="4700778" y="1181164"/>
                    <a:pt x="4732719" y="1214628"/>
                    <a:pt x="4732719" y="1291336"/>
                  </a:cubicBezTo>
                  <a:lnTo>
                    <a:pt x="4732719" y="1809496"/>
                  </a:lnTo>
                  <a:lnTo>
                    <a:pt x="4687125" y="1814385"/>
                  </a:lnTo>
                  <a:lnTo>
                    <a:pt x="4687125" y="1170369"/>
                  </a:lnTo>
                  <a:close/>
                  <a:moveTo>
                    <a:pt x="4687125" y="605980"/>
                  </a:moveTo>
                  <a:lnTo>
                    <a:pt x="5091557" y="517017"/>
                  </a:lnTo>
                  <a:lnTo>
                    <a:pt x="5091557" y="1055624"/>
                  </a:lnTo>
                  <a:cubicBezTo>
                    <a:pt x="5077143" y="1055941"/>
                    <a:pt x="5031296" y="1062165"/>
                    <a:pt x="4980114" y="1123378"/>
                  </a:cubicBezTo>
                  <a:cubicBezTo>
                    <a:pt x="4933760" y="1178814"/>
                    <a:pt x="4941570" y="1331468"/>
                    <a:pt x="4941887" y="1337945"/>
                  </a:cubicBezTo>
                  <a:lnTo>
                    <a:pt x="4941887" y="1787017"/>
                  </a:lnTo>
                  <a:lnTo>
                    <a:pt x="4740973" y="1808607"/>
                  </a:lnTo>
                  <a:lnTo>
                    <a:pt x="4740973" y="1291336"/>
                  </a:lnTo>
                  <a:cubicBezTo>
                    <a:pt x="4740973" y="1199452"/>
                    <a:pt x="4697603" y="1166685"/>
                    <a:pt x="4687062" y="1160082"/>
                  </a:cubicBezTo>
                  <a:lnTo>
                    <a:pt x="4687062" y="605980"/>
                  </a:lnTo>
                  <a:close/>
                  <a:moveTo>
                    <a:pt x="4579811" y="316484"/>
                  </a:moveTo>
                  <a:cubicBezTo>
                    <a:pt x="4580636" y="312674"/>
                    <a:pt x="4589209" y="280733"/>
                    <a:pt x="4637214" y="280733"/>
                  </a:cubicBezTo>
                  <a:cubicBezTo>
                    <a:pt x="4652709" y="280733"/>
                    <a:pt x="4664075" y="284924"/>
                    <a:pt x="4671060" y="293243"/>
                  </a:cubicBezTo>
                  <a:cubicBezTo>
                    <a:pt x="4681919" y="306133"/>
                    <a:pt x="4678871" y="325057"/>
                    <a:pt x="4678871" y="325247"/>
                  </a:cubicBezTo>
                  <a:lnTo>
                    <a:pt x="4678807" y="325945"/>
                  </a:lnTo>
                  <a:lnTo>
                    <a:pt x="4678807" y="2002028"/>
                  </a:lnTo>
                  <a:lnTo>
                    <a:pt x="4579747" y="2010601"/>
                  </a:lnTo>
                  <a:lnTo>
                    <a:pt x="4579747" y="316484"/>
                  </a:lnTo>
                  <a:close/>
                  <a:moveTo>
                    <a:pt x="4571492" y="1147254"/>
                  </a:moveTo>
                  <a:cubicBezTo>
                    <a:pt x="4563047" y="1152652"/>
                    <a:pt x="4531550" y="1175004"/>
                    <a:pt x="4508818" y="1221169"/>
                  </a:cubicBezTo>
                  <a:cubicBezTo>
                    <a:pt x="4482974" y="1273556"/>
                    <a:pt x="4486847" y="1378014"/>
                    <a:pt x="4487037" y="1382459"/>
                  </a:cubicBezTo>
                  <a:lnTo>
                    <a:pt x="4487037" y="1835848"/>
                  </a:lnTo>
                  <a:lnTo>
                    <a:pt x="4204653" y="1866202"/>
                  </a:lnTo>
                  <a:lnTo>
                    <a:pt x="4204653" y="712152"/>
                  </a:lnTo>
                  <a:lnTo>
                    <a:pt x="4571556" y="631444"/>
                  </a:lnTo>
                  <a:lnTo>
                    <a:pt x="4571556" y="1147254"/>
                  </a:lnTo>
                  <a:close/>
                  <a:moveTo>
                    <a:pt x="4571492" y="1826768"/>
                  </a:moveTo>
                  <a:lnTo>
                    <a:pt x="4495292" y="1834959"/>
                  </a:lnTo>
                  <a:lnTo>
                    <a:pt x="4495292" y="1382268"/>
                  </a:lnTo>
                  <a:cubicBezTo>
                    <a:pt x="4495292" y="1381570"/>
                    <a:pt x="4493895" y="1343914"/>
                    <a:pt x="4497959" y="1302893"/>
                  </a:cubicBezTo>
                  <a:lnTo>
                    <a:pt x="4498086" y="1303782"/>
                  </a:lnTo>
                  <a:lnTo>
                    <a:pt x="4568635" y="1294194"/>
                  </a:lnTo>
                  <a:lnTo>
                    <a:pt x="4567492" y="1285939"/>
                  </a:lnTo>
                  <a:lnTo>
                    <a:pt x="4498785" y="1295273"/>
                  </a:lnTo>
                  <a:cubicBezTo>
                    <a:pt x="4501769" y="1269619"/>
                    <a:pt x="4507039" y="1243521"/>
                    <a:pt x="4516184" y="1224852"/>
                  </a:cubicBezTo>
                  <a:cubicBezTo>
                    <a:pt x="4534725" y="1187133"/>
                    <a:pt x="4559872" y="1165796"/>
                    <a:pt x="4571429" y="1157415"/>
                  </a:cubicBezTo>
                  <a:lnTo>
                    <a:pt x="4571429" y="1826768"/>
                  </a:lnTo>
                  <a:close/>
                  <a:moveTo>
                    <a:pt x="4109593" y="414782"/>
                  </a:moveTo>
                  <a:cubicBezTo>
                    <a:pt x="4110291" y="411163"/>
                    <a:pt x="4117785" y="380111"/>
                    <a:pt x="4159948" y="380111"/>
                  </a:cubicBezTo>
                  <a:cubicBezTo>
                    <a:pt x="4172712" y="380111"/>
                    <a:pt x="4182300" y="383730"/>
                    <a:pt x="4188397" y="390906"/>
                  </a:cubicBezTo>
                  <a:cubicBezTo>
                    <a:pt x="4199319" y="403670"/>
                    <a:pt x="4196398" y="423545"/>
                    <a:pt x="4196334" y="423735"/>
                  </a:cubicBezTo>
                  <a:lnTo>
                    <a:pt x="4196271" y="424370"/>
                  </a:lnTo>
                  <a:lnTo>
                    <a:pt x="4196271" y="2040001"/>
                  </a:lnTo>
                  <a:lnTo>
                    <a:pt x="4204589" y="2040001"/>
                  </a:lnTo>
                  <a:lnTo>
                    <a:pt x="4204589" y="1874520"/>
                  </a:lnTo>
                  <a:lnTo>
                    <a:pt x="4571492" y="1835087"/>
                  </a:lnTo>
                  <a:lnTo>
                    <a:pt x="4571492" y="2011172"/>
                  </a:lnTo>
                  <a:lnTo>
                    <a:pt x="4554664" y="2012633"/>
                  </a:lnTo>
                  <a:lnTo>
                    <a:pt x="4554664" y="1839023"/>
                  </a:lnTo>
                  <a:lnTo>
                    <a:pt x="4546346" y="1839023"/>
                  </a:lnTo>
                  <a:lnTo>
                    <a:pt x="4546346" y="2013267"/>
                  </a:lnTo>
                  <a:lnTo>
                    <a:pt x="4547108" y="2013267"/>
                  </a:lnTo>
                  <a:lnTo>
                    <a:pt x="4531487" y="2014601"/>
                  </a:lnTo>
                  <a:lnTo>
                    <a:pt x="4531487" y="1841627"/>
                  </a:lnTo>
                  <a:lnTo>
                    <a:pt x="4523169" y="1841627"/>
                  </a:lnTo>
                  <a:lnTo>
                    <a:pt x="4523169" y="2015363"/>
                  </a:lnTo>
                  <a:lnTo>
                    <a:pt x="4508310" y="2016633"/>
                  </a:lnTo>
                  <a:lnTo>
                    <a:pt x="4508310" y="1844231"/>
                  </a:lnTo>
                  <a:lnTo>
                    <a:pt x="4499991" y="1844231"/>
                  </a:lnTo>
                  <a:lnTo>
                    <a:pt x="4499991" y="2017332"/>
                  </a:lnTo>
                  <a:lnTo>
                    <a:pt x="4485132" y="2018602"/>
                  </a:lnTo>
                  <a:lnTo>
                    <a:pt x="4485132" y="1846834"/>
                  </a:lnTo>
                  <a:lnTo>
                    <a:pt x="4476813" y="1846834"/>
                  </a:lnTo>
                  <a:lnTo>
                    <a:pt x="4476813" y="2019300"/>
                  </a:lnTo>
                  <a:lnTo>
                    <a:pt x="4461955" y="2020570"/>
                  </a:lnTo>
                  <a:lnTo>
                    <a:pt x="4461955" y="1849628"/>
                  </a:lnTo>
                  <a:lnTo>
                    <a:pt x="4453636" y="1849628"/>
                  </a:lnTo>
                  <a:lnTo>
                    <a:pt x="4453636" y="2021522"/>
                  </a:lnTo>
                  <a:lnTo>
                    <a:pt x="4438777" y="2022792"/>
                  </a:lnTo>
                  <a:lnTo>
                    <a:pt x="4438777" y="1852232"/>
                  </a:lnTo>
                  <a:lnTo>
                    <a:pt x="4430459" y="1852232"/>
                  </a:lnTo>
                  <a:lnTo>
                    <a:pt x="4430459" y="2023491"/>
                  </a:lnTo>
                  <a:lnTo>
                    <a:pt x="4415599" y="2024761"/>
                  </a:lnTo>
                  <a:lnTo>
                    <a:pt x="4415599" y="1854835"/>
                  </a:lnTo>
                  <a:lnTo>
                    <a:pt x="4407281" y="1854835"/>
                  </a:lnTo>
                  <a:lnTo>
                    <a:pt x="4407281" y="2025459"/>
                  </a:lnTo>
                  <a:lnTo>
                    <a:pt x="4392422" y="2026729"/>
                  </a:lnTo>
                  <a:lnTo>
                    <a:pt x="4392422" y="1857439"/>
                  </a:lnTo>
                  <a:lnTo>
                    <a:pt x="4384104" y="1857439"/>
                  </a:lnTo>
                  <a:lnTo>
                    <a:pt x="4384104" y="2027491"/>
                  </a:lnTo>
                  <a:lnTo>
                    <a:pt x="4369245" y="2028762"/>
                  </a:lnTo>
                  <a:lnTo>
                    <a:pt x="4369245" y="1860042"/>
                  </a:lnTo>
                  <a:lnTo>
                    <a:pt x="4360926" y="1860042"/>
                  </a:lnTo>
                  <a:lnTo>
                    <a:pt x="4360926" y="2029460"/>
                  </a:lnTo>
                  <a:lnTo>
                    <a:pt x="4346067" y="2030730"/>
                  </a:lnTo>
                  <a:lnTo>
                    <a:pt x="4346067" y="1862646"/>
                  </a:lnTo>
                  <a:lnTo>
                    <a:pt x="4337748" y="1862646"/>
                  </a:lnTo>
                  <a:lnTo>
                    <a:pt x="4337748" y="2031428"/>
                  </a:lnTo>
                  <a:lnTo>
                    <a:pt x="4322889" y="2032698"/>
                  </a:lnTo>
                  <a:lnTo>
                    <a:pt x="4322889" y="1865249"/>
                  </a:lnTo>
                  <a:lnTo>
                    <a:pt x="4314571" y="1865249"/>
                  </a:lnTo>
                  <a:lnTo>
                    <a:pt x="4314571" y="2033460"/>
                  </a:lnTo>
                  <a:lnTo>
                    <a:pt x="4299712" y="2034731"/>
                  </a:lnTo>
                  <a:lnTo>
                    <a:pt x="4299712" y="1868043"/>
                  </a:lnTo>
                  <a:lnTo>
                    <a:pt x="4291394" y="1868043"/>
                  </a:lnTo>
                  <a:lnTo>
                    <a:pt x="4291394" y="2035620"/>
                  </a:lnTo>
                  <a:lnTo>
                    <a:pt x="4276535" y="2036890"/>
                  </a:lnTo>
                  <a:lnTo>
                    <a:pt x="4276535" y="1870646"/>
                  </a:lnTo>
                  <a:lnTo>
                    <a:pt x="4268216" y="1870646"/>
                  </a:lnTo>
                  <a:lnTo>
                    <a:pt x="4268216" y="2037588"/>
                  </a:lnTo>
                  <a:lnTo>
                    <a:pt x="4253357" y="2038858"/>
                  </a:lnTo>
                  <a:lnTo>
                    <a:pt x="4253357" y="1873250"/>
                  </a:lnTo>
                  <a:lnTo>
                    <a:pt x="4245038" y="1873250"/>
                  </a:lnTo>
                  <a:lnTo>
                    <a:pt x="4245038" y="2039620"/>
                  </a:lnTo>
                  <a:lnTo>
                    <a:pt x="4230180" y="2040890"/>
                  </a:lnTo>
                  <a:lnTo>
                    <a:pt x="4230180" y="1875853"/>
                  </a:lnTo>
                  <a:lnTo>
                    <a:pt x="4221861" y="1875853"/>
                  </a:lnTo>
                  <a:lnTo>
                    <a:pt x="4221861" y="2041589"/>
                  </a:lnTo>
                  <a:lnTo>
                    <a:pt x="4109974" y="2051304"/>
                  </a:lnTo>
                  <a:lnTo>
                    <a:pt x="4109974" y="414782"/>
                  </a:lnTo>
                  <a:close/>
                  <a:moveTo>
                    <a:pt x="4101211" y="1877314"/>
                  </a:moveTo>
                  <a:lnTo>
                    <a:pt x="4086035" y="1878965"/>
                  </a:lnTo>
                  <a:lnTo>
                    <a:pt x="4086035" y="1877632"/>
                  </a:lnTo>
                  <a:lnTo>
                    <a:pt x="4077716" y="1877632"/>
                  </a:lnTo>
                  <a:lnTo>
                    <a:pt x="4077716" y="1879854"/>
                  </a:lnTo>
                  <a:lnTo>
                    <a:pt x="4065397" y="1881188"/>
                  </a:lnTo>
                  <a:lnTo>
                    <a:pt x="4065397" y="1880235"/>
                  </a:lnTo>
                  <a:lnTo>
                    <a:pt x="4057078" y="1880235"/>
                  </a:lnTo>
                  <a:lnTo>
                    <a:pt x="4057078" y="1882077"/>
                  </a:lnTo>
                  <a:lnTo>
                    <a:pt x="4044760" y="1883410"/>
                  </a:lnTo>
                  <a:lnTo>
                    <a:pt x="4044760" y="1882839"/>
                  </a:lnTo>
                  <a:lnTo>
                    <a:pt x="4036441" y="1882839"/>
                  </a:lnTo>
                  <a:lnTo>
                    <a:pt x="4036441" y="1884299"/>
                  </a:lnTo>
                  <a:lnTo>
                    <a:pt x="4024059" y="1885633"/>
                  </a:lnTo>
                  <a:lnTo>
                    <a:pt x="4024059" y="1885442"/>
                  </a:lnTo>
                  <a:lnTo>
                    <a:pt x="4015740" y="1885442"/>
                  </a:lnTo>
                  <a:lnTo>
                    <a:pt x="4015740" y="1886585"/>
                  </a:lnTo>
                  <a:lnTo>
                    <a:pt x="4005262" y="1887728"/>
                  </a:lnTo>
                  <a:lnTo>
                    <a:pt x="4005262" y="755967"/>
                  </a:lnTo>
                  <a:lnTo>
                    <a:pt x="4101274" y="734822"/>
                  </a:lnTo>
                  <a:lnTo>
                    <a:pt x="4101274" y="1877314"/>
                  </a:lnTo>
                  <a:close/>
                  <a:moveTo>
                    <a:pt x="3982720" y="1898459"/>
                  </a:moveTo>
                  <a:lnTo>
                    <a:pt x="3995102" y="1897126"/>
                  </a:lnTo>
                  <a:lnTo>
                    <a:pt x="3995102" y="2060067"/>
                  </a:lnTo>
                  <a:lnTo>
                    <a:pt x="4003421" y="2060067"/>
                  </a:lnTo>
                  <a:lnTo>
                    <a:pt x="4003421" y="1899221"/>
                  </a:lnTo>
                  <a:lnTo>
                    <a:pt x="4005262" y="1899221"/>
                  </a:lnTo>
                  <a:lnTo>
                    <a:pt x="4005262" y="1895983"/>
                  </a:lnTo>
                  <a:lnTo>
                    <a:pt x="4015740" y="1894840"/>
                  </a:lnTo>
                  <a:lnTo>
                    <a:pt x="4015740" y="2057464"/>
                  </a:lnTo>
                  <a:lnTo>
                    <a:pt x="4024059" y="2057464"/>
                  </a:lnTo>
                  <a:lnTo>
                    <a:pt x="4024059" y="1893951"/>
                  </a:lnTo>
                  <a:lnTo>
                    <a:pt x="4036441" y="1892617"/>
                  </a:lnTo>
                  <a:lnTo>
                    <a:pt x="4036441" y="2054860"/>
                  </a:lnTo>
                  <a:lnTo>
                    <a:pt x="4044760" y="2054860"/>
                  </a:lnTo>
                  <a:lnTo>
                    <a:pt x="4044760" y="1891728"/>
                  </a:lnTo>
                  <a:lnTo>
                    <a:pt x="4057078" y="1890395"/>
                  </a:lnTo>
                  <a:lnTo>
                    <a:pt x="4057078" y="2052257"/>
                  </a:lnTo>
                  <a:lnTo>
                    <a:pt x="4065397" y="2052257"/>
                  </a:lnTo>
                  <a:lnTo>
                    <a:pt x="4065397" y="1889506"/>
                  </a:lnTo>
                  <a:lnTo>
                    <a:pt x="4077716" y="1888172"/>
                  </a:lnTo>
                  <a:lnTo>
                    <a:pt x="4077716" y="2049653"/>
                  </a:lnTo>
                  <a:lnTo>
                    <a:pt x="4086035" y="2049653"/>
                  </a:lnTo>
                  <a:lnTo>
                    <a:pt x="4086035" y="1887284"/>
                  </a:lnTo>
                  <a:lnTo>
                    <a:pt x="4101211" y="1885633"/>
                  </a:lnTo>
                  <a:lnTo>
                    <a:pt x="4101211" y="2052002"/>
                  </a:lnTo>
                  <a:lnTo>
                    <a:pt x="3982657" y="2062290"/>
                  </a:lnTo>
                  <a:lnTo>
                    <a:pt x="3982657" y="1898459"/>
                  </a:lnTo>
                  <a:close/>
                  <a:moveTo>
                    <a:pt x="3962019" y="1900682"/>
                  </a:moveTo>
                  <a:lnTo>
                    <a:pt x="3974338" y="1899348"/>
                  </a:lnTo>
                  <a:lnTo>
                    <a:pt x="3974338" y="2062671"/>
                  </a:lnTo>
                  <a:lnTo>
                    <a:pt x="3978847" y="2062671"/>
                  </a:lnTo>
                  <a:lnTo>
                    <a:pt x="3961956" y="2064131"/>
                  </a:lnTo>
                  <a:lnTo>
                    <a:pt x="3961956" y="1900682"/>
                  </a:lnTo>
                  <a:close/>
                  <a:moveTo>
                    <a:pt x="3941318" y="1902904"/>
                  </a:moveTo>
                  <a:lnTo>
                    <a:pt x="3953700" y="1901571"/>
                  </a:lnTo>
                  <a:lnTo>
                    <a:pt x="3953700" y="2064893"/>
                  </a:lnTo>
                  <a:lnTo>
                    <a:pt x="3941318" y="2065972"/>
                  </a:lnTo>
                  <a:lnTo>
                    <a:pt x="3941318" y="1902904"/>
                  </a:lnTo>
                  <a:close/>
                  <a:moveTo>
                    <a:pt x="3920681" y="1905127"/>
                  </a:moveTo>
                  <a:lnTo>
                    <a:pt x="3932999" y="1903794"/>
                  </a:lnTo>
                  <a:lnTo>
                    <a:pt x="3932999" y="2066671"/>
                  </a:lnTo>
                  <a:lnTo>
                    <a:pt x="3920681" y="2067751"/>
                  </a:lnTo>
                  <a:lnTo>
                    <a:pt x="3920681" y="1905127"/>
                  </a:lnTo>
                  <a:close/>
                  <a:moveTo>
                    <a:pt x="3899980" y="1907350"/>
                  </a:moveTo>
                  <a:lnTo>
                    <a:pt x="3912298" y="1906016"/>
                  </a:lnTo>
                  <a:lnTo>
                    <a:pt x="3912298" y="2068449"/>
                  </a:lnTo>
                  <a:lnTo>
                    <a:pt x="3899980" y="2069528"/>
                  </a:lnTo>
                  <a:lnTo>
                    <a:pt x="3899980" y="1907350"/>
                  </a:lnTo>
                  <a:close/>
                  <a:moveTo>
                    <a:pt x="3879342" y="1909572"/>
                  </a:moveTo>
                  <a:lnTo>
                    <a:pt x="3891724" y="1908239"/>
                  </a:lnTo>
                  <a:lnTo>
                    <a:pt x="3891724" y="2070290"/>
                  </a:lnTo>
                  <a:lnTo>
                    <a:pt x="3879342" y="2071370"/>
                  </a:lnTo>
                  <a:lnTo>
                    <a:pt x="3879342" y="1909572"/>
                  </a:lnTo>
                  <a:close/>
                  <a:moveTo>
                    <a:pt x="3858641" y="1911795"/>
                  </a:moveTo>
                  <a:lnTo>
                    <a:pt x="3870960" y="1910461"/>
                  </a:lnTo>
                  <a:lnTo>
                    <a:pt x="3870960" y="2072069"/>
                  </a:lnTo>
                  <a:lnTo>
                    <a:pt x="3858641" y="2073148"/>
                  </a:lnTo>
                  <a:lnTo>
                    <a:pt x="3858641" y="1911795"/>
                  </a:lnTo>
                  <a:close/>
                  <a:moveTo>
                    <a:pt x="3838003" y="1914017"/>
                  </a:moveTo>
                  <a:lnTo>
                    <a:pt x="3850386" y="1912684"/>
                  </a:lnTo>
                  <a:lnTo>
                    <a:pt x="3850386" y="2073846"/>
                  </a:lnTo>
                  <a:lnTo>
                    <a:pt x="3838003" y="2074926"/>
                  </a:lnTo>
                  <a:lnTo>
                    <a:pt x="3838003" y="1914017"/>
                  </a:lnTo>
                  <a:close/>
                  <a:moveTo>
                    <a:pt x="3817302" y="1916240"/>
                  </a:moveTo>
                  <a:lnTo>
                    <a:pt x="3829622" y="1914906"/>
                  </a:lnTo>
                  <a:lnTo>
                    <a:pt x="3829622" y="2075625"/>
                  </a:lnTo>
                  <a:lnTo>
                    <a:pt x="3817302" y="2076704"/>
                  </a:lnTo>
                  <a:lnTo>
                    <a:pt x="3817302" y="1916240"/>
                  </a:lnTo>
                  <a:close/>
                  <a:moveTo>
                    <a:pt x="3796601" y="1918462"/>
                  </a:moveTo>
                  <a:lnTo>
                    <a:pt x="3808921" y="1917128"/>
                  </a:lnTo>
                  <a:lnTo>
                    <a:pt x="3808921" y="2077466"/>
                  </a:lnTo>
                  <a:lnTo>
                    <a:pt x="3796601" y="2078546"/>
                  </a:lnTo>
                  <a:lnTo>
                    <a:pt x="3796601" y="1918462"/>
                  </a:lnTo>
                  <a:close/>
                  <a:moveTo>
                    <a:pt x="3770821" y="1921192"/>
                  </a:moveTo>
                  <a:lnTo>
                    <a:pt x="3788347" y="1919288"/>
                  </a:lnTo>
                  <a:lnTo>
                    <a:pt x="3788347" y="2079181"/>
                  </a:lnTo>
                  <a:lnTo>
                    <a:pt x="3770821" y="2080704"/>
                  </a:lnTo>
                  <a:lnTo>
                    <a:pt x="3770821" y="1921192"/>
                  </a:lnTo>
                  <a:close/>
                  <a:moveTo>
                    <a:pt x="3770821" y="683133"/>
                  </a:moveTo>
                  <a:lnTo>
                    <a:pt x="3996881" y="755650"/>
                  </a:lnTo>
                  <a:lnTo>
                    <a:pt x="3996881" y="1887982"/>
                  </a:lnTo>
                  <a:lnTo>
                    <a:pt x="3995039" y="1887982"/>
                  </a:lnTo>
                  <a:lnTo>
                    <a:pt x="3995039" y="1888744"/>
                  </a:lnTo>
                  <a:lnTo>
                    <a:pt x="3977831" y="1890585"/>
                  </a:lnTo>
                  <a:lnTo>
                    <a:pt x="3974338" y="1890585"/>
                  </a:lnTo>
                  <a:lnTo>
                    <a:pt x="3974338" y="1890966"/>
                  </a:lnTo>
                  <a:lnTo>
                    <a:pt x="3770757" y="1912810"/>
                  </a:lnTo>
                  <a:lnTo>
                    <a:pt x="3770757" y="683133"/>
                  </a:lnTo>
                  <a:close/>
                  <a:moveTo>
                    <a:pt x="3675824" y="520700"/>
                  </a:moveTo>
                  <a:cubicBezTo>
                    <a:pt x="3676713" y="517335"/>
                    <a:pt x="3684461" y="492316"/>
                    <a:pt x="3726180" y="492316"/>
                  </a:cubicBezTo>
                  <a:cubicBezTo>
                    <a:pt x="3739198" y="492316"/>
                    <a:pt x="3748849" y="495998"/>
                    <a:pt x="3755009" y="503174"/>
                  </a:cubicBezTo>
                  <a:cubicBezTo>
                    <a:pt x="3765486" y="515493"/>
                    <a:pt x="3762629" y="534289"/>
                    <a:pt x="3762565" y="534479"/>
                  </a:cubicBezTo>
                  <a:lnTo>
                    <a:pt x="3762502" y="535114"/>
                  </a:lnTo>
                  <a:lnTo>
                    <a:pt x="3762502" y="2081403"/>
                  </a:lnTo>
                  <a:lnTo>
                    <a:pt x="3675824" y="2088896"/>
                  </a:lnTo>
                  <a:lnTo>
                    <a:pt x="3675824" y="520700"/>
                  </a:lnTo>
                  <a:close/>
                  <a:moveTo>
                    <a:pt x="3667443" y="1215136"/>
                  </a:moveTo>
                  <a:lnTo>
                    <a:pt x="3372104" y="1267523"/>
                  </a:lnTo>
                  <a:lnTo>
                    <a:pt x="3372104" y="990664"/>
                  </a:lnTo>
                  <a:lnTo>
                    <a:pt x="3516376" y="962025"/>
                  </a:lnTo>
                  <a:lnTo>
                    <a:pt x="3515805" y="1238314"/>
                  </a:lnTo>
                  <a:lnTo>
                    <a:pt x="3524123" y="1238314"/>
                  </a:lnTo>
                  <a:lnTo>
                    <a:pt x="3524695" y="951865"/>
                  </a:lnTo>
                  <a:lnTo>
                    <a:pt x="3372104" y="982154"/>
                  </a:lnTo>
                  <a:lnTo>
                    <a:pt x="3372104" y="867727"/>
                  </a:lnTo>
                  <a:lnTo>
                    <a:pt x="3667443" y="804291"/>
                  </a:lnTo>
                  <a:lnTo>
                    <a:pt x="3667443" y="1215136"/>
                  </a:lnTo>
                  <a:close/>
                  <a:moveTo>
                    <a:pt x="3667443" y="1354963"/>
                  </a:moveTo>
                  <a:lnTo>
                    <a:pt x="3372104" y="1401254"/>
                  </a:lnTo>
                  <a:lnTo>
                    <a:pt x="3372104" y="1275969"/>
                  </a:lnTo>
                  <a:lnTo>
                    <a:pt x="3667443" y="1223582"/>
                  </a:lnTo>
                  <a:lnTo>
                    <a:pt x="3667443" y="1354963"/>
                  </a:lnTo>
                  <a:close/>
                  <a:moveTo>
                    <a:pt x="3667443" y="1956498"/>
                  </a:moveTo>
                  <a:lnTo>
                    <a:pt x="3372104" y="1987042"/>
                  </a:lnTo>
                  <a:lnTo>
                    <a:pt x="3372104" y="1710119"/>
                  </a:lnTo>
                  <a:lnTo>
                    <a:pt x="3516376" y="1692084"/>
                  </a:lnTo>
                  <a:lnTo>
                    <a:pt x="3515805" y="1968690"/>
                  </a:lnTo>
                  <a:lnTo>
                    <a:pt x="3524123" y="1968690"/>
                  </a:lnTo>
                  <a:lnTo>
                    <a:pt x="3524695" y="1682623"/>
                  </a:lnTo>
                  <a:lnTo>
                    <a:pt x="3372104" y="1701673"/>
                  </a:lnTo>
                  <a:lnTo>
                    <a:pt x="3372104" y="1500696"/>
                  </a:lnTo>
                  <a:lnTo>
                    <a:pt x="3658235" y="1458785"/>
                  </a:lnTo>
                  <a:lnTo>
                    <a:pt x="3657028" y="1450531"/>
                  </a:lnTo>
                  <a:lnTo>
                    <a:pt x="3372104" y="1492250"/>
                  </a:lnTo>
                  <a:lnTo>
                    <a:pt x="3372104" y="1409637"/>
                  </a:lnTo>
                  <a:lnTo>
                    <a:pt x="3667443" y="1363345"/>
                  </a:lnTo>
                  <a:lnTo>
                    <a:pt x="3667443" y="1956498"/>
                  </a:lnTo>
                  <a:close/>
                  <a:moveTo>
                    <a:pt x="3277172" y="623252"/>
                  </a:moveTo>
                  <a:cubicBezTo>
                    <a:pt x="3277934" y="619760"/>
                    <a:pt x="3285553" y="591757"/>
                    <a:pt x="3327527" y="591757"/>
                  </a:cubicBezTo>
                  <a:cubicBezTo>
                    <a:pt x="3340672" y="591757"/>
                    <a:pt x="3350450" y="595376"/>
                    <a:pt x="3356610" y="602615"/>
                  </a:cubicBezTo>
                  <a:cubicBezTo>
                    <a:pt x="3366770" y="614553"/>
                    <a:pt x="3363976" y="632651"/>
                    <a:pt x="3363976" y="632841"/>
                  </a:cubicBezTo>
                  <a:lnTo>
                    <a:pt x="3363912" y="633540"/>
                  </a:lnTo>
                  <a:lnTo>
                    <a:pt x="3363912" y="2114296"/>
                  </a:lnTo>
                  <a:lnTo>
                    <a:pt x="3372231" y="2114296"/>
                  </a:lnTo>
                  <a:lnTo>
                    <a:pt x="3372231" y="1995551"/>
                  </a:lnTo>
                  <a:lnTo>
                    <a:pt x="3667570" y="1964944"/>
                  </a:lnTo>
                  <a:lnTo>
                    <a:pt x="3667570" y="2089785"/>
                  </a:lnTo>
                  <a:lnTo>
                    <a:pt x="3277235" y="2123631"/>
                  </a:lnTo>
                  <a:lnTo>
                    <a:pt x="3277235" y="623252"/>
                  </a:lnTo>
                  <a:close/>
                  <a:moveTo>
                    <a:pt x="3826383" y="2398840"/>
                  </a:moveTo>
                  <a:cubicBezTo>
                    <a:pt x="3826383" y="2244979"/>
                    <a:pt x="3884422" y="2208847"/>
                    <a:pt x="3901249" y="2201609"/>
                  </a:cubicBezTo>
                  <a:cubicBezTo>
                    <a:pt x="3953891" y="2202307"/>
                    <a:pt x="3980878" y="2229168"/>
                    <a:pt x="3991547" y="2243709"/>
                  </a:cubicBezTo>
                  <a:cubicBezTo>
                    <a:pt x="4026535" y="2319782"/>
                    <a:pt x="4020122" y="2417255"/>
                    <a:pt x="4019995" y="2418461"/>
                  </a:cubicBezTo>
                  <a:lnTo>
                    <a:pt x="4019995" y="2913888"/>
                  </a:lnTo>
                  <a:lnTo>
                    <a:pt x="3826383" y="2913888"/>
                  </a:lnTo>
                  <a:lnTo>
                    <a:pt x="3826383" y="2398840"/>
                  </a:lnTo>
                  <a:close/>
                  <a:moveTo>
                    <a:pt x="3755517" y="2439861"/>
                  </a:moveTo>
                  <a:cubicBezTo>
                    <a:pt x="3755517" y="2247900"/>
                    <a:pt x="3835463" y="2208784"/>
                    <a:pt x="3883406" y="2202561"/>
                  </a:cubicBezTo>
                  <a:cubicBezTo>
                    <a:pt x="3858323" y="2221166"/>
                    <a:pt x="3818064" y="2270824"/>
                    <a:pt x="3818064" y="2398840"/>
                  </a:cubicBezTo>
                  <a:lnTo>
                    <a:pt x="3818064" y="2913888"/>
                  </a:lnTo>
                  <a:lnTo>
                    <a:pt x="3755517" y="2913888"/>
                  </a:lnTo>
                  <a:lnTo>
                    <a:pt x="3755517" y="2439861"/>
                  </a:lnTo>
                  <a:close/>
                  <a:moveTo>
                    <a:pt x="3762565" y="2193734"/>
                  </a:moveTo>
                  <a:cubicBezTo>
                    <a:pt x="3788093" y="2167319"/>
                    <a:pt x="3819906" y="2153984"/>
                    <a:pt x="3857244" y="2153984"/>
                  </a:cubicBezTo>
                  <a:cubicBezTo>
                    <a:pt x="3857308" y="2153984"/>
                    <a:pt x="3857371" y="2153984"/>
                    <a:pt x="3857498" y="2153984"/>
                  </a:cubicBezTo>
                  <a:cubicBezTo>
                    <a:pt x="3899789" y="2154047"/>
                    <a:pt x="3934650" y="2168462"/>
                    <a:pt x="3961003" y="2196846"/>
                  </a:cubicBezTo>
                  <a:cubicBezTo>
                    <a:pt x="3966782" y="2203069"/>
                    <a:pt x="3971988" y="2209927"/>
                    <a:pt x="3976751" y="2217039"/>
                  </a:cubicBezTo>
                  <a:cubicBezTo>
                    <a:pt x="3960432" y="2204784"/>
                    <a:pt x="3935984" y="2193671"/>
                    <a:pt x="3900869" y="2193290"/>
                  </a:cubicBezTo>
                  <a:lnTo>
                    <a:pt x="3900741" y="2192909"/>
                  </a:lnTo>
                  <a:cubicBezTo>
                    <a:pt x="3900487" y="2193036"/>
                    <a:pt x="3900107" y="2193163"/>
                    <a:pt x="3899789" y="2193290"/>
                  </a:cubicBezTo>
                  <a:cubicBezTo>
                    <a:pt x="3899598" y="2193290"/>
                    <a:pt x="3899408" y="2193290"/>
                    <a:pt x="3899218" y="2193290"/>
                  </a:cubicBezTo>
                  <a:cubicBezTo>
                    <a:pt x="3853498" y="2193290"/>
                    <a:pt x="3747262" y="2217357"/>
                    <a:pt x="3747262" y="2439924"/>
                  </a:cubicBezTo>
                  <a:lnTo>
                    <a:pt x="3747262" y="2913952"/>
                  </a:lnTo>
                  <a:lnTo>
                    <a:pt x="3688651" y="2913952"/>
                  </a:lnTo>
                  <a:lnTo>
                    <a:pt x="3688651" y="2462149"/>
                  </a:lnTo>
                  <a:cubicBezTo>
                    <a:pt x="3688461" y="2460117"/>
                    <a:pt x="3682873" y="2276221"/>
                    <a:pt x="3762565" y="2193734"/>
                  </a:cubicBezTo>
                  <a:close/>
                  <a:moveTo>
                    <a:pt x="3395726" y="2432431"/>
                  </a:moveTo>
                  <a:cubicBezTo>
                    <a:pt x="3395726" y="2288286"/>
                    <a:pt x="3453765" y="2254504"/>
                    <a:pt x="3470529" y="2247773"/>
                  </a:cubicBezTo>
                  <a:cubicBezTo>
                    <a:pt x="3523171" y="2248408"/>
                    <a:pt x="3549840" y="2272919"/>
                    <a:pt x="3560636" y="2286699"/>
                  </a:cubicBezTo>
                  <a:cubicBezTo>
                    <a:pt x="3595878" y="2358009"/>
                    <a:pt x="3589401" y="2449766"/>
                    <a:pt x="3589337" y="2450846"/>
                  </a:cubicBezTo>
                  <a:lnTo>
                    <a:pt x="3589337" y="2913952"/>
                  </a:lnTo>
                  <a:lnTo>
                    <a:pt x="3395726" y="2913952"/>
                  </a:lnTo>
                  <a:lnTo>
                    <a:pt x="3395726" y="2432431"/>
                  </a:lnTo>
                  <a:close/>
                  <a:moveTo>
                    <a:pt x="3324860" y="2470849"/>
                  </a:moveTo>
                  <a:cubicBezTo>
                    <a:pt x="3324860" y="2292096"/>
                    <a:pt x="3403918" y="2254885"/>
                    <a:pt x="3451923" y="2248726"/>
                  </a:cubicBezTo>
                  <a:cubicBezTo>
                    <a:pt x="3426714" y="2266633"/>
                    <a:pt x="3387471" y="2313686"/>
                    <a:pt x="3387471" y="2432368"/>
                  </a:cubicBezTo>
                  <a:lnTo>
                    <a:pt x="3387471" y="2913888"/>
                  </a:lnTo>
                  <a:lnTo>
                    <a:pt x="3324923" y="2913888"/>
                  </a:lnTo>
                  <a:lnTo>
                    <a:pt x="3324923" y="2470849"/>
                  </a:lnTo>
                  <a:close/>
                  <a:moveTo>
                    <a:pt x="3328352" y="2243836"/>
                  </a:moveTo>
                  <a:cubicBezTo>
                    <a:pt x="3354451" y="2216721"/>
                    <a:pt x="3387535" y="2203006"/>
                    <a:pt x="3426587" y="2203006"/>
                  </a:cubicBezTo>
                  <a:cubicBezTo>
                    <a:pt x="3426650" y="2203006"/>
                    <a:pt x="3426714" y="2203006"/>
                    <a:pt x="3426841" y="2203006"/>
                  </a:cubicBezTo>
                  <a:cubicBezTo>
                    <a:pt x="3471037" y="2203069"/>
                    <a:pt x="3507041" y="2217801"/>
                    <a:pt x="3533838" y="2246757"/>
                  </a:cubicBezTo>
                  <a:cubicBezTo>
                    <a:pt x="3538093" y="2251393"/>
                    <a:pt x="3542030" y="2256282"/>
                    <a:pt x="3545713" y="2261426"/>
                  </a:cubicBezTo>
                  <a:cubicBezTo>
                    <a:pt x="3529394" y="2249996"/>
                    <a:pt x="3505136" y="2239772"/>
                    <a:pt x="3470275" y="2239391"/>
                  </a:cubicBezTo>
                  <a:lnTo>
                    <a:pt x="3470148" y="2239010"/>
                  </a:lnTo>
                  <a:cubicBezTo>
                    <a:pt x="3469831" y="2239137"/>
                    <a:pt x="3469513" y="2239264"/>
                    <a:pt x="3469196" y="2239391"/>
                  </a:cubicBezTo>
                  <a:cubicBezTo>
                    <a:pt x="3469005" y="2239391"/>
                    <a:pt x="3468751" y="2239391"/>
                    <a:pt x="3468561" y="2239391"/>
                  </a:cubicBezTo>
                  <a:cubicBezTo>
                    <a:pt x="3422840" y="2239391"/>
                    <a:pt x="3316605" y="2261934"/>
                    <a:pt x="3316605" y="2470912"/>
                  </a:cubicBezTo>
                  <a:lnTo>
                    <a:pt x="3316605" y="2913952"/>
                  </a:lnTo>
                  <a:lnTo>
                    <a:pt x="3257995" y="2913952"/>
                  </a:lnTo>
                  <a:lnTo>
                    <a:pt x="3257995" y="2491740"/>
                  </a:lnTo>
                  <a:cubicBezTo>
                    <a:pt x="3257868" y="2489899"/>
                    <a:pt x="3252407" y="2322640"/>
                    <a:pt x="3328352" y="2243836"/>
                  </a:cubicBezTo>
                  <a:close/>
                  <a:moveTo>
                    <a:pt x="862838" y="1712468"/>
                  </a:moveTo>
                  <a:lnTo>
                    <a:pt x="759142" y="1731137"/>
                  </a:lnTo>
                  <a:lnTo>
                    <a:pt x="755396" y="1376553"/>
                  </a:lnTo>
                  <a:lnTo>
                    <a:pt x="862838" y="1390142"/>
                  </a:lnTo>
                  <a:lnTo>
                    <a:pt x="862838" y="1712468"/>
                  </a:lnTo>
                  <a:close/>
                  <a:moveTo>
                    <a:pt x="862838" y="1794510"/>
                  </a:moveTo>
                  <a:lnTo>
                    <a:pt x="759968" y="1810639"/>
                  </a:lnTo>
                  <a:lnTo>
                    <a:pt x="759206" y="1739583"/>
                  </a:lnTo>
                  <a:lnTo>
                    <a:pt x="862838" y="1720914"/>
                  </a:lnTo>
                  <a:lnTo>
                    <a:pt x="862838" y="1794510"/>
                  </a:lnTo>
                  <a:close/>
                  <a:moveTo>
                    <a:pt x="862838" y="1859978"/>
                  </a:moveTo>
                  <a:lnTo>
                    <a:pt x="760730" y="1874965"/>
                  </a:lnTo>
                  <a:lnTo>
                    <a:pt x="760730" y="1818958"/>
                  </a:lnTo>
                  <a:lnTo>
                    <a:pt x="862838" y="1802956"/>
                  </a:lnTo>
                  <a:lnTo>
                    <a:pt x="862838" y="1859978"/>
                  </a:lnTo>
                  <a:close/>
                  <a:moveTo>
                    <a:pt x="862838" y="2244915"/>
                  </a:moveTo>
                  <a:lnTo>
                    <a:pt x="764667" y="2255266"/>
                  </a:lnTo>
                  <a:lnTo>
                    <a:pt x="760730" y="1883410"/>
                  </a:lnTo>
                  <a:lnTo>
                    <a:pt x="862838" y="1868424"/>
                  </a:lnTo>
                  <a:lnTo>
                    <a:pt x="862838" y="2244915"/>
                  </a:lnTo>
                  <a:close/>
                  <a:moveTo>
                    <a:pt x="1049909" y="1443291"/>
                  </a:moveTo>
                  <a:lnTo>
                    <a:pt x="968629" y="1459421"/>
                  </a:lnTo>
                  <a:lnTo>
                    <a:pt x="969264" y="1692783"/>
                  </a:lnTo>
                  <a:lnTo>
                    <a:pt x="973836" y="1692783"/>
                  </a:lnTo>
                  <a:lnTo>
                    <a:pt x="945451" y="1697800"/>
                  </a:lnTo>
                  <a:lnTo>
                    <a:pt x="945451" y="1389190"/>
                  </a:lnTo>
                  <a:lnTo>
                    <a:pt x="1049973" y="1366710"/>
                  </a:lnTo>
                  <a:lnTo>
                    <a:pt x="1049973" y="1443291"/>
                  </a:lnTo>
                  <a:close/>
                  <a:moveTo>
                    <a:pt x="1049909" y="1679321"/>
                  </a:moveTo>
                  <a:lnTo>
                    <a:pt x="977583" y="1692148"/>
                  </a:lnTo>
                  <a:lnTo>
                    <a:pt x="977011" y="1466278"/>
                  </a:lnTo>
                  <a:lnTo>
                    <a:pt x="1049909" y="1451801"/>
                  </a:lnTo>
                  <a:lnTo>
                    <a:pt x="1049909" y="1679321"/>
                  </a:lnTo>
                  <a:close/>
                  <a:moveTo>
                    <a:pt x="1049909" y="1765237"/>
                  </a:moveTo>
                  <a:lnTo>
                    <a:pt x="945388" y="1781620"/>
                  </a:lnTo>
                  <a:lnTo>
                    <a:pt x="945388" y="1706372"/>
                  </a:lnTo>
                  <a:lnTo>
                    <a:pt x="1049909" y="1687830"/>
                  </a:lnTo>
                  <a:lnTo>
                    <a:pt x="1049909" y="1765237"/>
                  </a:lnTo>
                  <a:close/>
                  <a:moveTo>
                    <a:pt x="1049909" y="1832546"/>
                  </a:moveTo>
                  <a:lnTo>
                    <a:pt x="922909" y="1851152"/>
                  </a:lnTo>
                  <a:lnTo>
                    <a:pt x="922846" y="1793558"/>
                  </a:lnTo>
                  <a:lnTo>
                    <a:pt x="937323" y="1791271"/>
                  </a:lnTo>
                  <a:lnTo>
                    <a:pt x="945451" y="1791271"/>
                  </a:lnTo>
                  <a:lnTo>
                    <a:pt x="945451" y="1790002"/>
                  </a:lnTo>
                  <a:lnTo>
                    <a:pt x="1049973" y="1773619"/>
                  </a:lnTo>
                  <a:lnTo>
                    <a:pt x="1049973" y="1832546"/>
                  </a:lnTo>
                  <a:close/>
                  <a:moveTo>
                    <a:pt x="1049909" y="1991487"/>
                  </a:moveTo>
                  <a:lnTo>
                    <a:pt x="968629" y="2001647"/>
                  </a:lnTo>
                  <a:lnTo>
                    <a:pt x="969264" y="2235327"/>
                  </a:lnTo>
                  <a:lnTo>
                    <a:pt x="974535" y="2235327"/>
                  </a:lnTo>
                  <a:lnTo>
                    <a:pt x="945642" y="2238312"/>
                  </a:lnTo>
                  <a:lnTo>
                    <a:pt x="945642" y="1867979"/>
                  </a:lnTo>
                  <a:lnTo>
                    <a:pt x="937323" y="1867979"/>
                  </a:lnTo>
                  <a:lnTo>
                    <a:pt x="937323" y="2376678"/>
                  </a:lnTo>
                  <a:lnTo>
                    <a:pt x="871157" y="2381568"/>
                  </a:lnTo>
                  <a:lnTo>
                    <a:pt x="871157" y="1346962"/>
                  </a:lnTo>
                  <a:cubicBezTo>
                    <a:pt x="873697" y="1343723"/>
                    <a:pt x="884619" y="1332230"/>
                    <a:pt x="911860" y="1332230"/>
                  </a:cubicBezTo>
                  <a:cubicBezTo>
                    <a:pt x="929830" y="1332230"/>
                    <a:pt x="934974" y="1336358"/>
                    <a:pt x="936371" y="1338199"/>
                  </a:cubicBezTo>
                  <a:cubicBezTo>
                    <a:pt x="937577" y="1339787"/>
                    <a:pt x="937260" y="1341120"/>
                    <a:pt x="937260" y="1341310"/>
                  </a:cubicBezTo>
                  <a:lnTo>
                    <a:pt x="937070" y="1342517"/>
                  </a:lnTo>
                  <a:lnTo>
                    <a:pt x="937070" y="1782953"/>
                  </a:lnTo>
                  <a:lnTo>
                    <a:pt x="914463" y="1786509"/>
                  </a:lnTo>
                  <a:lnTo>
                    <a:pt x="914590" y="1860867"/>
                  </a:lnTo>
                  <a:lnTo>
                    <a:pt x="1049909" y="1841056"/>
                  </a:lnTo>
                  <a:lnTo>
                    <a:pt x="1049909" y="1991487"/>
                  </a:lnTo>
                  <a:close/>
                  <a:moveTo>
                    <a:pt x="1049909" y="2227516"/>
                  </a:moveTo>
                  <a:lnTo>
                    <a:pt x="977583" y="2235009"/>
                  </a:lnTo>
                  <a:lnTo>
                    <a:pt x="977011" y="2009013"/>
                  </a:lnTo>
                  <a:lnTo>
                    <a:pt x="1049909" y="1999933"/>
                  </a:lnTo>
                  <a:lnTo>
                    <a:pt x="1049909" y="2227516"/>
                  </a:lnTo>
                  <a:close/>
                  <a:moveTo>
                    <a:pt x="1049909" y="2368296"/>
                  </a:moveTo>
                  <a:lnTo>
                    <a:pt x="945642" y="2376043"/>
                  </a:lnTo>
                  <a:lnTo>
                    <a:pt x="945642" y="2246694"/>
                  </a:lnTo>
                  <a:lnTo>
                    <a:pt x="1049909" y="2235899"/>
                  </a:lnTo>
                  <a:lnTo>
                    <a:pt x="1049909" y="2368296"/>
                  </a:lnTo>
                  <a:close/>
                  <a:moveTo>
                    <a:pt x="1124395" y="1296924"/>
                  </a:moveTo>
                  <a:lnTo>
                    <a:pt x="1124204" y="1298194"/>
                  </a:lnTo>
                  <a:lnTo>
                    <a:pt x="1124204" y="1753552"/>
                  </a:lnTo>
                  <a:lnTo>
                    <a:pt x="1104011" y="1756727"/>
                  </a:lnTo>
                  <a:lnTo>
                    <a:pt x="1104011" y="1833054"/>
                  </a:lnTo>
                  <a:lnTo>
                    <a:pt x="1124458" y="1830070"/>
                  </a:lnTo>
                  <a:lnTo>
                    <a:pt x="1124458" y="2362708"/>
                  </a:lnTo>
                  <a:lnTo>
                    <a:pt x="1058291" y="2367597"/>
                  </a:lnTo>
                  <a:lnTo>
                    <a:pt x="1058291" y="1302702"/>
                  </a:lnTo>
                  <a:cubicBezTo>
                    <a:pt x="1060767" y="1299337"/>
                    <a:pt x="1071689" y="1287272"/>
                    <a:pt x="1098995" y="1287272"/>
                  </a:cubicBezTo>
                  <a:cubicBezTo>
                    <a:pt x="1117028" y="1287272"/>
                    <a:pt x="1122172" y="1291653"/>
                    <a:pt x="1123506" y="1293495"/>
                  </a:cubicBezTo>
                  <a:cubicBezTo>
                    <a:pt x="1124775" y="1295337"/>
                    <a:pt x="1124458" y="1296924"/>
                    <a:pt x="1124395" y="1296924"/>
                  </a:cubicBezTo>
                  <a:close/>
                  <a:moveTo>
                    <a:pt x="1260475" y="1401509"/>
                  </a:moveTo>
                  <a:lnTo>
                    <a:pt x="1165606" y="1420368"/>
                  </a:lnTo>
                  <a:lnTo>
                    <a:pt x="1167956" y="1658429"/>
                  </a:lnTo>
                  <a:lnTo>
                    <a:pt x="1132586" y="1664716"/>
                  </a:lnTo>
                  <a:lnTo>
                    <a:pt x="1132586" y="1349058"/>
                  </a:lnTo>
                  <a:lnTo>
                    <a:pt x="1260475" y="1321562"/>
                  </a:lnTo>
                  <a:lnTo>
                    <a:pt x="1260475" y="1401509"/>
                  </a:lnTo>
                  <a:close/>
                  <a:moveTo>
                    <a:pt x="1260475" y="1641983"/>
                  </a:moveTo>
                  <a:lnTo>
                    <a:pt x="1176211" y="1656906"/>
                  </a:lnTo>
                  <a:lnTo>
                    <a:pt x="1173988" y="1427163"/>
                  </a:lnTo>
                  <a:lnTo>
                    <a:pt x="1260475" y="1409954"/>
                  </a:lnTo>
                  <a:lnTo>
                    <a:pt x="1260475" y="1641983"/>
                  </a:lnTo>
                  <a:close/>
                  <a:moveTo>
                    <a:pt x="1260475" y="1732216"/>
                  </a:moveTo>
                  <a:lnTo>
                    <a:pt x="1132586" y="1752283"/>
                  </a:lnTo>
                  <a:lnTo>
                    <a:pt x="1132586" y="1673162"/>
                  </a:lnTo>
                  <a:lnTo>
                    <a:pt x="1260475" y="1650492"/>
                  </a:lnTo>
                  <a:lnTo>
                    <a:pt x="1260475" y="1732216"/>
                  </a:lnTo>
                  <a:close/>
                  <a:moveTo>
                    <a:pt x="1260475" y="1801749"/>
                  </a:moveTo>
                  <a:lnTo>
                    <a:pt x="1112393" y="1823466"/>
                  </a:lnTo>
                  <a:lnTo>
                    <a:pt x="1112393" y="1763903"/>
                  </a:lnTo>
                  <a:lnTo>
                    <a:pt x="1124267" y="1762062"/>
                  </a:lnTo>
                  <a:lnTo>
                    <a:pt x="1124267" y="1766379"/>
                  </a:lnTo>
                  <a:lnTo>
                    <a:pt x="1132586" y="1766379"/>
                  </a:lnTo>
                  <a:lnTo>
                    <a:pt x="1132586" y="1760728"/>
                  </a:lnTo>
                  <a:lnTo>
                    <a:pt x="1260475" y="1740662"/>
                  </a:lnTo>
                  <a:lnTo>
                    <a:pt x="1260475" y="1801749"/>
                  </a:lnTo>
                  <a:close/>
                  <a:moveTo>
                    <a:pt x="1260475" y="1965262"/>
                  </a:moveTo>
                  <a:lnTo>
                    <a:pt x="1165606" y="1977072"/>
                  </a:lnTo>
                  <a:lnTo>
                    <a:pt x="1167956" y="2215325"/>
                  </a:lnTo>
                  <a:lnTo>
                    <a:pt x="1132840" y="2218944"/>
                  </a:lnTo>
                  <a:lnTo>
                    <a:pt x="1132840" y="1828864"/>
                  </a:lnTo>
                  <a:lnTo>
                    <a:pt x="1260475" y="1810131"/>
                  </a:lnTo>
                  <a:lnTo>
                    <a:pt x="1260475" y="1965262"/>
                  </a:lnTo>
                  <a:close/>
                  <a:moveTo>
                    <a:pt x="1260475" y="2205736"/>
                  </a:moveTo>
                  <a:lnTo>
                    <a:pt x="1176211" y="2214436"/>
                  </a:lnTo>
                  <a:lnTo>
                    <a:pt x="1173988" y="1984439"/>
                  </a:lnTo>
                  <a:lnTo>
                    <a:pt x="1260475" y="1973644"/>
                  </a:lnTo>
                  <a:lnTo>
                    <a:pt x="1260475" y="2205736"/>
                  </a:lnTo>
                  <a:close/>
                  <a:moveTo>
                    <a:pt x="1260475" y="2352612"/>
                  </a:moveTo>
                  <a:lnTo>
                    <a:pt x="1132840" y="2362073"/>
                  </a:lnTo>
                  <a:lnTo>
                    <a:pt x="1132840" y="2227263"/>
                  </a:lnTo>
                  <a:lnTo>
                    <a:pt x="1260475" y="2214055"/>
                  </a:lnTo>
                  <a:lnTo>
                    <a:pt x="1260475" y="2352612"/>
                  </a:lnTo>
                  <a:close/>
                  <a:moveTo>
                    <a:pt x="1334897" y="1251648"/>
                  </a:moveTo>
                  <a:lnTo>
                    <a:pt x="1334707" y="1252855"/>
                  </a:lnTo>
                  <a:lnTo>
                    <a:pt x="1334707" y="1720533"/>
                  </a:lnTo>
                  <a:lnTo>
                    <a:pt x="1312100" y="1724089"/>
                  </a:lnTo>
                  <a:lnTo>
                    <a:pt x="1312227" y="1802511"/>
                  </a:lnTo>
                  <a:lnTo>
                    <a:pt x="1334961" y="1799209"/>
                  </a:lnTo>
                  <a:lnTo>
                    <a:pt x="1334961" y="2347087"/>
                  </a:lnTo>
                  <a:lnTo>
                    <a:pt x="1268794" y="2351977"/>
                  </a:lnTo>
                  <a:lnTo>
                    <a:pt x="1268794" y="1257554"/>
                  </a:lnTo>
                  <a:cubicBezTo>
                    <a:pt x="1271207" y="1254189"/>
                    <a:pt x="1282128" y="1241679"/>
                    <a:pt x="1309497" y="1241679"/>
                  </a:cubicBezTo>
                  <a:cubicBezTo>
                    <a:pt x="1326706" y="1241679"/>
                    <a:pt x="1332166" y="1245679"/>
                    <a:pt x="1333945" y="1248029"/>
                  </a:cubicBezTo>
                  <a:cubicBezTo>
                    <a:pt x="1335278" y="1249871"/>
                    <a:pt x="1334897" y="1251648"/>
                    <a:pt x="1334897" y="1251648"/>
                  </a:cubicBezTo>
                  <a:close/>
                  <a:moveTo>
                    <a:pt x="1504061" y="1353121"/>
                  </a:moveTo>
                  <a:lnTo>
                    <a:pt x="1390015" y="1375791"/>
                  </a:lnTo>
                  <a:lnTo>
                    <a:pt x="1392428" y="1618615"/>
                  </a:lnTo>
                  <a:lnTo>
                    <a:pt x="1343025" y="1627378"/>
                  </a:lnTo>
                  <a:lnTo>
                    <a:pt x="1343025" y="1303846"/>
                  </a:lnTo>
                  <a:lnTo>
                    <a:pt x="1504061" y="1269238"/>
                  </a:lnTo>
                  <a:lnTo>
                    <a:pt x="1504061" y="1353121"/>
                  </a:lnTo>
                  <a:close/>
                  <a:moveTo>
                    <a:pt x="1504061" y="1598803"/>
                  </a:moveTo>
                  <a:lnTo>
                    <a:pt x="1400747" y="1617154"/>
                  </a:lnTo>
                  <a:lnTo>
                    <a:pt x="1398461" y="1382649"/>
                  </a:lnTo>
                  <a:lnTo>
                    <a:pt x="1504124" y="1361694"/>
                  </a:lnTo>
                  <a:lnTo>
                    <a:pt x="1504124" y="1598803"/>
                  </a:lnTo>
                  <a:close/>
                  <a:moveTo>
                    <a:pt x="1504061" y="1694053"/>
                  </a:moveTo>
                  <a:lnTo>
                    <a:pt x="1343025" y="1719263"/>
                  </a:lnTo>
                  <a:lnTo>
                    <a:pt x="1343025" y="1635823"/>
                  </a:lnTo>
                  <a:lnTo>
                    <a:pt x="1504061" y="1607248"/>
                  </a:lnTo>
                  <a:lnTo>
                    <a:pt x="1504061" y="1694053"/>
                  </a:lnTo>
                  <a:close/>
                  <a:moveTo>
                    <a:pt x="1504061" y="1765998"/>
                  </a:moveTo>
                  <a:lnTo>
                    <a:pt x="1320546" y="1792922"/>
                  </a:lnTo>
                  <a:lnTo>
                    <a:pt x="1320483" y="1731264"/>
                  </a:lnTo>
                  <a:lnTo>
                    <a:pt x="1334770" y="1729041"/>
                  </a:lnTo>
                  <a:lnTo>
                    <a:pt x="1334770" y="1733359"/>
                  </a:lnTo>
                  <a:lnTo>
                    <a:pt x="1343088" y="1733359"/>
                  </a:lnTo>
                  <a:lnTo>
                    <a:pt x="1343088" y="1727708"/>
                  </a:lnTo>
                  <a:lnTo>
                    <a:pt x="1504124" y="1702498"/>
                  </a:lnTo>
                  <a:lnTo>
                    <a:pt x="1504124" y="1765998"/>
                  </a:lnTo>
                  <a:close/>
                  <a:moveTo>
                    <a:pt x="1504061" y="1934845"/>
                  </a:moveTo>
                  <a:lnTo>
                    <a:pt x="1390015" y="1949069"/>
                  </a:lnTo>
                  <a:lnTo>
                    <a:pt x="1392428" y="2192084"/>
                  </a:lnTo>
                  <a:lnTo>
                    <a:pt x="1343279" y="2197164"/>
                  </a:lnTo>
                  <a:lnTo>
                    <a:pt x="1343279" y="1798002"/>
                  </a:lnTo>
                  <a:lnTo>
                    <a:pt x="1504061" y="1774444"/>
                  </a:lnTo>
                  <a:lnTo>
                    <a:pt x="1504061" y="1934845"/>
                  </a:lnTo>
                  <a:close/>
                  <a:moveTo>
                    <a:pt x="1504061" y="2180527"/>
                  </a:moveTo>
                  <a:lnTo>
                    <a:pt x="1400747" y="2191258"/>
                  </a:lnTo>
                  <a:lnTo>
                    <a:pt x="1398461" y="1956435"/>
                  </a:lnTo>
                  <a:lnTo>
                    <a:pt x="1504124" y="1943227"/>
                  </a:lnTo>
                  <a:lnTo>
                    <a:pt x="1504124" y="2180527"/>
                  </a:lnTo>
                  <a:close/>
                  <a:moveTo>
                    <a:pt x="1504061" y="2334514"/>
                  </a:moveTo>
                  <a:lnTo>
                    <a:pt x="1343279" y="2346452"/>
                  </a:lnTo>
                  <a:lnTo>
                    <a:pt x="1343279" y="2205482"/>
                  </a:lnTo>
                  <a:lnTo>
                    <a:pt x="1504061" y="2188845"/>
                  </a:lnTo>
                  <a:lnTo>
                    <a:pt x="1504061" y="2334514"/>
                  </a:lnTo>
                  <a:close/>
                  <a:moveTo>
                    <a:pt x="1578483" y="1185926"/>
                  </a:moveTo>
                  <a:lnTo>
                    <a:pt x="1578356" y="1187006"/>
                  </a:lnTo>
                  <a:lnTo>
                    <a:pt x="1578356" y="1682369"/>
                  </a:lnTo>
                  <a:lnTo>
                    <a:pt x="1559750" y="1685290"/>
                  </a:lnTo>
                  <a:lnTo>
                    <a:pt x="1560449" y="1766189"/>
                  </a:lnTo>
                  <a:lnTo>
                    <a:pt x="1578547" y="1763522"/>
                  </a:lnTo>
                  <a:lnTo>
                    <a:pt x="1578547" y="2328990"/>
                  </a:lnTo>
                  <a:lnTo>
                    <a:pt x="1512379" y="2333879"/>
                  </a:lnTo>
                  <a:lnTo>
                    <a:pt x="1512379" y="1191768"/>
                  </a:lnTo>
                  <a:cubicBezTo>
                    <a:pt x="1514729" y="1188339"/>
                    <a:pt x="1525587" y="1175131"/>
                    <a:pt x="1553083" y="1175131"/>
                  </a:cubicBezTo>
                  <a:cubicBezTo>
                    <a:pt x="1569784" y="1175131"/>
                    <a:pt x="1575372" y="1179068"/>
                    <a:pt x="1577276" y="1181481"/>
                  </a:cubicBezTo>
                  <a:cubicBezTo>
                    <a:pt x="1578991" y="1183640"/>
                    <a:pt x="1578547" y="1185672"/>
                    <a:pt x="1578483" y="1185926"/>
                  </a:cubicBezTo>
                  <a:close/>
                  <a:moveTo>
                    <a:pt x="1758378" y="1553718"/>
                  </a:moveTo>
                  <a:lnTo>
                    <a:pt x="1586674" y="1584198"/>
                  </a:lnTo>
                  <a:lnTo>
                    <a:pt x="1586674" y="1251458"/>
                  </a:lnTo>
                  <a:lnTo>
                    <a:pt x="1758378" y="1214565"/>
                  </a:lnTo>
                  <a:lnTo>
                    <a:pt x="1758378" y="1302639"/>
                  </a:lnTo>
                  <a:lnTo>
                    <a:pt x="1632522" y="1327658"/>
                  </a:lnTo>
                  <a:lnTo>
                    <a:pt x="1632839" y="1573340"/>
                  </a:lnTo>
                  <a:lnTo>
                    <a:pt x="1641158" y="1573340"/>
                  </a:lnTo>
                  <a:lnTo>
                    <a:pt x="1640840" y="1334452"/>
                  </a:lnTo>
                  <a:lnTo>
                    <a:pt x="1758378" y="1311084"/>
                  </a:lnTo>
                  <a:lnTo>
                    <a:pt x="1758378" y="1553718"/>
                  </a:lnTo>
                  <a:close/>
                  <a:moveTo>
                    <a:pt x="1758378" y="1654175"/>
                  </a:moveTo>
                  <a:lnTo>
                    <a:pt x="1586674" y="1681099"/>
                  </a:lnTo>
                  <a:lnTo>
                    <a:pt x="1586674" y="1592644"/>
                  </a:lnTo>
                  <a:lnTo>
                    <a:pt x="1758378" y="1562164"/>
                  </a:lnTo>
                  <a:lnTo>
                    <a:pt x="1758378" y="1654175"/>
                  </a:lnTo>
                  <a:close/>
                  <a:moveTo>
                    <a:pt x="1758378" y="1728788"/>
                  </a:moveTo>
                  <a:lnTo>
                    <a:pt x="1568704" y="1756601"/>
                  </a:lnTo>
                  <a:lnTo>
                    <a:pt x="1568133" y="1692465"/>
                  </a:lnTo>
                  <a:lnTo>
                    <a:pt x="1758378" y="1662684"/>
                  </a:lnTo>
                  <a:lnTo>
                    <a:pt x="1758378" y="1728788"/>
                  </a:lnTo>
                  <a:close/>
                  <a:moveTo>
                    <a:pt x="1758378" y="2154174"/>
                  </a:moveTo>
                  <a:lnTo>
                    <a:pt x="1586928" y="2171954"/>
                  </a:lnTo>
                  <a:lnTo>
                    <a:pt x="1586928" y="1762315"/>
                  </a:lnTo>
                  <a:lnTo>
                    <a:pt x="1758378" y="1737170"/>
                  </a:lnTo>
                  <a:lnTo>
                    <a:pt x="1758378" y="1903095"/>
                  </a:lnTo>
                  <a:lnTo>
                    <a:pt x="1632522" y="1918779"/>
                  </a:lnTo>
                  <a:lnTo>
                    <a:pt x="1632839" y="2164778"/>
                  </a:lnTo>
                  <a:lnTo>
                    <a:pt x="1641158" y="2164778"/>
                  </a:lnTo>
                  <a:lnTo>
                    <a:pt x="1640840" y="1926146"/>
                  </a:lnTo>
                  <a:lnTo>
                    <a:pt x="1758378" y="1911477"/>
                  </a:lnTo>
                  <a:lnTo>
                    <a:pt x="1758378" y="2154174"/>
                  </a:lnTo>
                  <a:close/>
                  <a:moveTo>
                    <a:pt x="1758378" y="2315591"/>
                  </a:moveTo>
                  <a:lnTo>
                    <a:pt x="1586928" y="2328355"/>
                  </a:lnTo>
                  <a:lnTo>
                    <a:pt x="1586928" y="2180272"/>
                  </a:lnTo>
                  <a:lnTo>
                    <a:pt x="1758378" y="2162493"/>
                  </a:lnTo>
                  <a:lnTo>
                    <a:pt x="1758378" y="2315591"/>
                  </a:lnTo>
                  <a:close/>
                  <a:moveTo>
                    <a:pt x="1832800" y="1130935"/>
                  </a:moveTo>
                  <a:lnTo>
                    <a:pt x="1832673" y="1132015"/>
                  </a:lnTo>
                  <a:lnTo>
                    <a:pt x="1832673" y="1642872"/>
                  </a:lnTo>
                  <a:lnTo>
                    <a:pt x="1811464" y="1646238"/>
                  </a:lnTo>
                  <a:lnTo>
                    <a:pt x="1810639" y="1729486"/>
                  </a:lnTo>
                  <a:lnTo>
                    <a:pt x="1832864" y="1726247"/>
                  </a:lnTo>
                  <a:lnTo>
                    <a:pt x="1832864" y="2310066"/>
                  </a:lnTo>
                  <a:lnTo>
                    <a:pt x="1766697" y="2314956"/>
                  </a:lnTo>
                  <a:lnTo>
                    <a:pt x="1766697" y="1136840"/>
                  </a:lnTo>
                  <a:cubicBezTo>
                    <a:pt x="1768983" y="1133348"/>
                    <a:pt x="1779778" y="1119569"/>
                    <a:pt x="1807400" y="1119569"/>
                  </a:cubicBezTo>
                  <a:cubicBezTo>
                    <a:pt x="1823911" y="1119569"/>
                    <a:pt x="1829562" y="1123633"/>
                    <a:pt x="1831467" y="1125982"/>
                  </a:cubicBezTo>
                  <a:cubicBezTo>
                    <a:pt x="1833372" y="1128459"/>
                    <a:pt x="1832864" y="1130871"/>
                    <a:pt x="1832800" y="1130935"/>
                  </a:cubicBezTo>
                  <a:close/>
                  <a:moveTo>
                    <a:pt x="2006283" y="1253363"/>
                  </a:moveTo>
                  <a:lnTo>
                    <a:pt x="1877187" y="1279017"/>
                  </a:lnTo>
                  <a:lnTo>
                    <a:pt x="1878965" y="1532319"/>
                  </a:lnTo>
                  <a:lnTo>
                    <a:pt x="1840928" y="1539050"/>
                  </a:lnTo>
                  <a:lnTo>
                    <a:pt x="1840928" y="1196784"/>
                  </a:lnTo>
                  <a:lnTo>
                    <a:pt x="2006219" y="1161288"/>
                  </a:lnTo>
                  <a:lnTo>
                    <a:pt x="2006219" y="1253363"/>
                  </a:lnTo>
                  <a:close/>
                  <a:moveTo>
                    <a:pt x="2006283" y="1509713"/>
                  </a:moveTo>
                  <a:lnTo>
                    <a:pt x="1887347" y="1530795"/>
                  </a:lnTo>
                  <a:lnTo>
                    <a:pt x="1885633" y="1285812"/>
                  </a:lnTo>
                  <a:lnTo>
                    <a:pt x="2006346" y="1261872"/>
                  </a:lnTo>
                  <a:lnTo>
                    <a:pt x="2006346" y="1509713"/>
                  </a:lnTo>
                  <a:close/>
                  <a:moveTo>
                    <a:pt x="2006283" y="1615313"/>
                  </a:moveTo>
                  <a:lnTo>
                    <a:pt x="1840992" y="1641602"/>
                  </a:lnTo>
                  <a:lnTo>
                    <a:pt x="1840992" y="1547559"/>
                  </a:lnTo>
                  <a:lnTo>
                    <a:pt x="2006283" y="1518221"/>
                  </a:lnTo>
                  <a:lnTo>
                    <a:pt x="2006283" y="1615313"/>
                  </a:lnTo>
                  <a:close/>
                  <a:moveTo>
                    <a:pt x="2006283" y="1692465"/>
                  </a:moveTo>
                  <a:lnTo>
                    <a:pt x="1819085" y="1719897"/>
                  </a:lnTo>
                  <a:lnTo>
                    <a:pt x="1819720" y="1653413"/>
                  </a:lnTo>
                  <a:lnTo>
                    <a:pt x="1839532" y="1650238"/>
                  </a:lnTo>
                  <a:lnTo>
                    <a:pt x="1840992" y="1650238"/>
                  </a:lnTo>
                  <a:lnTo>
                    <a:pt x="1840992" y="1649984"/>
                  </a:lnTo>
                  <a:lnTo>
                    <a:pt x="2006283" y="1623759"/>
                  </a:lnTo>
                  <a:lnTo>
                    <a:pt x="2006283" y="1692465"/>
                  </a:lnTo>
                  <a:close/>
                  <a:moveTo>
                    <a:pt x="2006283" y="1872171"/>
                  </a:moveTo>
                  <a:lnTo>
                    <a:pt x="1877187" y="1888300"/>
                  </a:lnTo>
                  <a:lnTo>
                    <a:pt x="1878965" y="2141728"/>
                  </a:lnTo>
                  <a:lnTo>
                    <a:pt x="1841183" y="2145665"/>
                  </a:lnTo>
                  <a:lnTo>
                    <a:pt x="1841183" y="1725104"/>
                  </a:lnTo>
                  <a:lnTo>
                    <a:pt x="2006219" y="1700911"/>
                  </a:lnTo>
                  <a:lnTo>
                    <a:pt x="2006219" y="1872171"/>
                  </a:lnTo>
                  <a:close/>
                  <a:moveTo>
                    <a:pt x="2006283" y="2128520"/>
                  </a:moveTo>
                  <a:lnTo>
                    <a:pt x="1887347" y="2140839"/>
                  </a:lnTo>
                  <a:lnTo>
                    <a:pt x="1885633" y="1895665"/>
                  </a:lnTo>
                  <a:lnTo>
                    <a:pt x="2006346" y="1880616"/>
                  </a:lnTo>
                  <a:lnTo>
                    <a:pt x="2006346" y="2128520"/>
                  </a:lnTo>
                  <a:close/>
                  <a:moveTo>
                    <a:pt x="2006283" y="2297176"/>
                  </a:moveTo>
                  <a:lnTo>
                    <a:pt x="1841246" y="2309432"/>
                  </a:lnTo>
                  <a:lnTo>
                    <a:pt x="1841246" y="2153920"/>
                  </a:lnTo>
                  <a:lnTo>
                    <a:pt x="2006283" y="2136839"/>
                  </a:lnTo>
                  <a:lnTo>
                    <a:pt x="2006283" y="2297176"/>
                  </a:lnTo>
                  <a:close/>
                  <a:moveTo>
                    <a:pt x="2080704" y="1073721"/>
                  </a:moveTo>
                  <a:lnTo>
                    <a:pt x="2080577" y="1074738"/>
                  </a:lnTo>
                  <a:lnTo>
                    <a:pt x="2080577" y="1603629"/>
                  </a:lnTo>
                  <a:lnTo>
                    <a:pt x="2061147" y="1606677"/>
                  </a:lnTo>
                  <a:lnTo>
                    <a:pt x="2061591" y="1692720"/>
                  </a:lnTo>
                  <a:lnTo>
                    <a:pt x="2080768" y="1689926"/>
                  </a:lnTo>
                  <a:lnTo>
                    <a:pt x="2080768" y="2291397"/>
                  </a:lnTo>
                  <a:lnTo>
                    <a:pt x="2084134" y="2291397"/>
                  </a:lnTo>
                  <a:lnTo>
                    <a:pt x="2014601" y="2296541"/>
                  </a:lnTo>
                  <a:lnTo>
                    <a:pt x="2014601" y="1079690"/>
                  </a:lnTo>
                  <a:cubicBezTo>
                    <a:pt x="2016887" y="1076134"/>
                    <a:pt x="2027619" y="1061847"/>
                    <a:pt x="2055304" y="1061847"/>
                  </a:cubicBezTo>
                  <a:cubicBezTo>
                    <a:pt x="2071624" y="1061847"/>
                    <a:pt x="2077339" y="1065911"/>
                    <a:pt x="2079244" y="1068388"/>
                  </a:cubicBezTo>
                  <a:cubicBezTo>
                    <a:pt x="2081339" y="1070991"/>
                    <a:pt x="2080768" y="1073595"/>
                    <a:pt x="2080704" y="1073721"/>
                  </a:cubicBezTo>
                  <a:close/>
                  <a:moveTo>
                    <a:pt x="2297621" y="1195515"/>
                  </a:moveTo>
                  <a:lnTo>
                    <a:pt x="2125853" y="1229614"/>
                  </a:lnTo>
                  <a:lnTo>
                    <a:pt x="2129409" y="1487869"/>
                  </a:lnTo>
                  <a:lnTo>
                    <a:pt x="2088896" y="1495044"/>
                  </a:lnTo>
                  <a:lnTo>
                    <a:pt x="2088896" y="1143508"/>
                  </a:lnTo>
                  <a:lnTo>
                    <a:pt x="2297239" y="1098740"/>
                  </a:lnTo>
                  <a:lnTo>
                    <a:pt x="2297621" y="1195515"/>
                  </a:lnTo>
                  <a:close/>
                  <a:moveTo>
                    <a:pt x="2298636" y="1457896"/>
                  </a:moveTo>
                  <a:lnTo>
                    <a:pt x="2137727" y="1486408"/>
                  </a:lnTo>
                  <a:lnTo>
                    <a:pt x="2134298" y="1236472"/>
                  </a:lnTo>
                  <a:lnTo>
                    <a:pt x="2297684" y="1204023"/>
                  </a:lnTo>
                  <a:lnTo>
                    <a:pt x="2298636" y="1457896"/>
                  </a:lnTo>
                  <a:close/>
                  <a:moveTo>
                    <a:pt x="2299081" y="1569402"/>
                  </a:moveTo>
                  <a:lnTo>
                    <a:pt x="2088896" y="1602359"/>
                  </a:lnTo>
                  <a:lnTo>
                    <a:pt x="2088896" y="1503553"/>
                  </a:lnTo>
                  <a:lnTo>
                    <a:pt x="2298636" y="1466342"/>
                  </a:lnTo>
                  <a:lnTo>
                    <a:pt x="2299081" y="1569402"/>
                  </a:lnTo>
                  <a:close/>
                  <a:moveTo>
                    <a:pt x="2299398" y="1649476"/>
                  </a:moveTo>
                  <a:lnTo>
                    <a:pt x="2069973" y="1683067"/>
                  </a:lnTo>
                  <a:lnTo>
                    <a:pt x="2069592" y="1613789"/>
                  </a:lnTo>
                  <a:lnTo>
                    <a:pt x="2299145" y="1577784"/>
                  </a:lnTo>
                  <a:lnTo>
                    <a:pt x="2299398" y="1649476"/>
                  </a:lnTo>
                  <a:close/>
                  <a:moveTo>
                    <a:pt x="2300097" y="1835531"/>
                  </a:moveTo>
                  <a:lnTo>
                    <a:pt x="2125853" y="1857248"/>
                  </a:lnTo>
                  <a:lnTo>
                    <a:pt x="2129409" y="2115757"/>
                  </a:lnTo>
                  <a:lnTo>
                    <a:pt x="2089150" y="2119947"/>
                  </a:lnTo>
                  <a:lnTo>
                    <a:pt x="2089150" y="1688719"/>
                  </a:lnTo>
                  <a:lnTo>
                    <a:pt x="2299398" y="1657921"/>
                  </a:lnTo>
                  <a:lnTo>
                    <a:pt x="2300097" y="1835531"/>
                  </a:lnTo>
                  <a:close/>
                  <a:moveTo>
                    <a:pt x="2301113" y="2106295"/>
                  </a:moveTo>
                  <a:lnTo>
                    <a:pt x="2300287" y="2098103"/>
                  </a:lnTo>
                  <a:lnTo>
                    <a:pt x="2137727" y="2114931"/>
                  </a:lnTo>
                  <a:lnTo>
                    <a:pt x="2134298" y="1864614"/>
                  </a:lnTo>
                  <a:lnTo>
                    <a:pt x="2300097" y="1843913"/>
                  </a:lnTo>
                  <a:lnTo>
                    <a:pt x="2301113" y="2106295"/>
                  </a:lnTo>
                  <a:close/>
                  <a:moveTo>
                    <a:pt x="2301748" y="2275205"/>
                  </a:moveTo>
                  <a:lnTo>
                    <a:pt x="2089150" y="2291016"/>
                  </a:lnTo>
                  <a:lnTo>
                    <a:pt x="2089150" y="2128266"/>
                  </a:lnTo>
                  <a:lnTo>
                    <a:pt x="2301113" y="2106295"/>
                  </a:lnTo>
                  <a:lnTo>
                    <a:pt x="2301748" y="2275205"/>
                  </a:lnTo>
                  <a:close/>
                  <a:moveTo>
                    <a:pt x="2371344" y="1005015"/>
                  </a:moveTo>
                  <a:lnTo>
                    <a:pt x="2371217" y="1006030"/>
                  </a:lnTo>
                  <a:lnTo>
                    <a:pt x="2371217" y="1558100"/>
                  </a:lnTo>
                  <a:lnTo>
                    <a:pt x="2353183" y="1560957"/>
                  </a:lnTo>
                  <a:lnTo>
                    <a:pt x="2354262" y="1649857"/>
                  </a:lnTo>
                  <a:lnTo>
                    <a:pt x="2371408" y="1647317"/>
                  </a:lnTo>
                  <a:lnTo>
                    <a:pt x="2371408" y="2269998"/>
                  </a:lnTo>
                  <a:lnTo>
                    <a:pt x="2310003" y="2274570"/>
                  </a:lnTo>
                  <a:lnTo>
                    <a:pt x="2305177" y="1011047"/>
                  </a:lnTo>
                  <a:cubicBezTo>
                    <a:pt x="2307399" y="1007427"/>
                    <a:pt x="2318131" y="992378"/>
                    <a:pt x="2345881" y="992378"/>
                  </a:cubicBezTo>
                  <a:cubicBezTo>
                    <a:pt x="2357819" y="992378"/>
                    <a:pt x="2366200" y="994727"/>
                    <a:pt x="2369630" y="999046"/>
                  </a:cubicBezTo>
                  <a:cubicBezTo>
                    <a:pt x="2372043" y="1001903"/>
                    <a:pt x="2371408" y="1004888"/>
                    <a:pt x="2371344" y="1005015"/>
                  </a:cubicBezTo>
                  <a:close/>
                  <a:moveTo>
                    <a:pt x="2604707" y="1134554"/>
                  </a:moveTo>
                  <a:lnTo>
                    <a:pt x="2379599" y="1179259"/>
                  </a:lnTo>
                  <a:lnTo>
                    <a:pt x="2379599" y="1081024"/>
                  </a:lnTo>
                  <a:lnTo>
                    <a:pt x="2604707" y="1032637"/>
                  </a:lnTo>
                  <a:lnTo>
                    <a:pt x="2604707" y="1134554"/>
                  </a:lnTo>
                  <a:close/>
                  <a:moveTo>
                    <a:pt x="2604707" y="1403604"/>
                  </a:moveTo>
                  <a:lnTo>
                    <a:pt x="2379599" y="1443546"/>
                  </a:lnTo>
                  <a:lnTo>
                    <a:pt x="2379599" y="1187767"/>
                  </a:lnTo>
                  <a:lnTo>
                    <a:pt x="2604707" y="1143064"/>
                  </a:lnTo>
                  <a:lnTo>
                    <a:pt x="2604707" y="1403604"/>
                  </a:lnTo>
                  <a:close/>
                  <a:moveTo>
                    <a:pt x="2604707" y="1521523"/>
                  </a:moveTo>
                  <a:lnTo>
                    <a:pt x="2379599" y="1556829"/>
                  </a:lnTo>
                  <a:lnTo>
                    <a:pt x="2379599" y="1451991"/>
                  </a:lnTo>
                  <a:lnTo>
                    <a:pt x="2604707" y="1412050"/>
                  </a:lnTo>
                  <a:lnTo>
                    <a:pt x="2604707" y="1521523"/>
                  </a:lnTo>
                  <a:close/>
                  <a:moveTo>
                    <a:pt x="2604707" y="1604772"/>
                  </a:moveTo>
                  <a:lnTo>
                    <a:pt x="2362518" y="1640269"/>
                  </a:lnTo>
                  <a:lnTo>
                    <a:pt x="2361628" y="1568069"/>
                  </a:lnTo>
                  <a:lnTo>
                    <a:pt x="2604707" y="1529969"/>
                  </a:lnTo>
                  <a:lnTo>
                    <a:pt x="2604707" y="1604772"/>
                  </a:lnTo>
                  <a:close/>
                  <a:moveTo>
                    <a:pt x="2604707" y="1797495"/>
                  </a:moveTo>
                  <a:lnTo>
                    <a:pt x="2379789" y="1825562"/>
                  </a:lnTo>
                  <a:lnTo>
                    <a:pt x="2379789" y="1646238"/>
                  </a:lnTo>
                  <a:lnTo>
                    <a:pt x="2379155" y="1646238"/>
                  </a:lnTo>
                  <a:lnTo>
                    <a:pt x="2604707" y="1613217"/>
                  </a:lnTo>
                  <a:lnTo>
                    <a:pt x="2604707" y="1797495"/>
                  </a:lnTo>
                  <a:close/>
                  <a:moveTo>
                    <a:pt x="2604707" y="2066544"/>
                  </a:moveTo>
                  <a:lnTo>
                    <a:pt x="2379789" y="2089848"/>
                  </a:lnTo>
                  <a:lnTo>
                    <a:pt x="2379789" y="1833944"/>
                  </a:lnTo>
                  <a:lnTo>
                    <a:pt x="2604707" y="1805877"/>
                  </a:lnTo>
                  <a:lnTo>
                    <a:pt x="2604707" y="2066544"/>
                  </a:lnTo>
                  <a:close/>
                  <a:moveTo>
                    <a:pt x="2604707" y="2252726"/>
                  </a:moveTo>
                  <a:lnTo>
                    <a:pt x="2379789" y="2269427"/>
                  </a:lnTo>
                  <a:lnTo>
                    <a:pt x="2379789" y="2098167"/>
                  </a:lnTo>
                  <a:lnTo>
                    <a:pt x="2604707" y="2074863"/>
                  </a:lnTo>
                  <a:lnTo>
                    <a:pt x="2604707" y="2252726"/>
                  </a:lnTo>
                  <a:close/>
                  <a:moveTo>
                    <a:pt x="2946146" y="1343089"/>
                  </a:moveTo>
                  <a:lnTo>
                    <a:pt x="2870073" y="1356614"/>
                  </a:lnTo>
                  <a:lnTo>
                    <a:pt x="2870327" y="1081913"/>
                  </a:lnTo>
                  <a:lnTo>
                    <a:pt x="2687384" y="1118235"/>
                  </a:lnTo>
                  <a:lnTo>
                    <a:pt x="2687384" y="1014984"/>
                  </a:lnTo>
                  <a:lnTo>
                    <a:pt x="2946210" y="959358"/>
                  </a:lnTo>
                  <a:lnTo>
                    <a:pt x="2946210" y="1343089"/>
                  </a:lnTo>
                  <a:close/>
                  <a:moveTo>
                    <a:pt x="2861945" y="1091946"/>
                  </a:moveTo>
                  <a:lnTo>
                    <a:pt x="2861691" y="1358011"/>
                  </a:lnTo>
                  <a:lnTo>
                    <a:pt x="2687320" y="1388935"/>
                  </a:lnTo>
                  <a:lnTo>
                    <a:pt x="2687320" y="1126617"/>
                  </a:lnTo>
                  <a:lnTo>
                    <a:pt x="2861945" y="1091946"/>
                  </a:lnTo>
                  <a:close/>
                  <a:moveTo>
                    <a:pt x="2946146" y="1554734"/>
                  </a:moveTo>
                  <a:lnTo>
                    <a:pt x="2659571" y="1595247"/>
                  </a:lnTo>
                  <a:lnTo>
                    <a:pt x="2659571" y="1520000"/>
                  </a:lnTo>
                  <a:lnTo>
                    <a:pt x="2946146" y="1476502"/>
                  </a:lnTo>
                  <a:lnTo>
                    <a:pt x="2946146" y="1554734"/>
                  </a:lnTo>
                  <a:close/>
                  <a:moveTo>
                    <a:pt x="2946146" y="2031175"/>
                  </a:moveTo>
                  <a:lnTo>
                    <a:pt x="2870073" y="2039048"/>
                  </a:lnTo>
                  <a:lnTo>
                    <a:pt x="2870327" y="1764347"/>
                  </a:lnTo>
                  <a:lnTo>
                    <a:pt x="2687574" y="1787144"/>
                  </a:lnTo>
                  <a:lnTo>
                    <a:pt x="2687574" y="1604264"/>
                  </a:lnTo>
                  <a:lnTo>
                    <a:pt x="2679256" y="1604264"/>
                  </a:lnTo>
                  <a:lnTo>
                    <a:pt x="2679256" y="2247138"/>
                  </a:lnTo>
                  <a:lnTo>
                    <a:pt x="2613088" y="2252027"/>
                  </a:lnTo>
                  <a:lnTo>
                    <a:pt x="2613088" y="938022"/>
                  </a:lnTo>
                  <a:cubicBezTo>
                    <a:pt x="2615248" y="934339"/>
                    <a:pt x="2625915" y="918718"/>
                    <a:pt x="2653792" y="918718"/>
                  </a:cubicBezTo>
                  <a:cubicBezTo>
                    <a:pt x="2668841" y="918718"/>
                    <a:pt x="2674937" y="922401"/>
                    <a:pt x="2677414" y="925449"/>
                  </a:cubicBezTo>
                  <a:cubicBezTo>
                    <a:pt x="2679890" y="928560"/>
                    <a:pt x="2679192" y="931799"/>
                    <a:pt x="2679128" y="931926"/>
                  </a:cubicBezTo>
                  <a:lnTo>
                    <a:pt x="2679001" y="932942"/>
                  </a:lnTo>
                  <a:lnTo>
                    <a:pt x="2679001" y="1506347"/>
                  </a:lnTo>
                  <a:lnTo>
                    <a:pt x="2687320" y="1506347"/>
                  </a:lnTo>
                  <a:lnTo>
                    <a:pt x="2687320" y="1397445"/>
                  </a:lnTo>
                  <a:lnTo>
                    <a:pt x="2946146" y="1351534"/>
                  </a:lnTo>
                  <a:lnTo>
                    <a:pt x="2946146" y="1467993"/>
                  </a:lnTo>
                  <a:lnTo>
                    <a:pt x="2651252" y="1512760"/>
                  </a:lnTo>
                  <a:lnTo>
                    <a:pt x="2651252" y="1604772"/>
                  </a:lnTo>
                  <a:lnTo>
                    <a:pt x="2656014" y="1604137"/>
                  </a:lnTo>
                  <a:lnTo>
                    <a:pt x="2946210" y="1563116"/>
                  </a:lnTo>
                  <a:lnTo>
                    <a:pt x="2946210" y="2031175"/>
                  </a:lnTo>
                  <a:close/>
                  <a:moveTo>
                    <a:pt x="2861945" y="1773809"/>
                  </a:moveTo>
                  <a:lnTo>
                    <a:pt x="2861691" y="2039938"/>
                  </a:lnTo>
                  <a:lnTo>
                    <a:pt x="2687511" y="2057971"/>
                  </a:lnTo>
                  <a:lnTo>
                    <a:pt x="2687511" y="1795590"/>
                  </a:lnTo>
                  <a:lnTo>
                    <a:pt x="2861945" y="1773809"/>
                  </a:lnTo>
                  <a:close/>
                  <a:moveTo>
                    <a:pt x="2946146" y="2227326"/>
                  </a:moveTo>
                  <a:lnTo>
                    <a:pt x="2687574" y="2246566"/>
                  </a:lnTo>
                  <a:lnTo>
                    <a:pt x="2687574" y="2066353"/>
                  </a:lnTo>
                  <a:lnTo>
                    <a:pt x="2946146" y="2039557"/>
                  </a:lnTo>
                  <a:lnTo>
                    <a:pt x="2946146" y="2227326"/>
                  </a:lnTo>
                  <a:close/>
                  <a:moveTo>
                    <a:pt x="3268789" y="1285812"/>
                  </a:moveTo>
                  <a:lnTo>
                    <a:pt x="3187383" y="1300226"/>
                  </a:lnTo>
                  <a:lnTo>
                    <a:pt x="3187383" y="1018794"/>
                  </a:lnTo>
                  <a:lnTo>
                    <a:pt x="3028696" y="1050290"/>
                  </a:lnTo>
                  <a:lnTo>
                    <a:pt x="3028696" y="941451"/>
                  </a:lnTo>
                  <a:lnTo>
                    <a:pt x="3268789" y="889826"/>
                  </a:lnTo>
                  <a:lnTo>
                    <a:pt x="3268789" y="1285812"/>
                  </a:lnTo>
                  <a:close/>
                  <a:moveTo>
                    <a:pt x="3179064" y="1029017"/>
                  </a:moveTo>
                  <a:lnTo>
                    <a:pt x="3179064" y="1301750"/>
                  </a:lnTo>
                  <a:lnTo>
                    <a:pt x="3028760" y="1328420"/>
                  </a:lnTo>
                  <a:lnTo>
                    <a:pt x="3028760" y="1058863"/>
                  </a:lnTo>
                  <a:lnTo>
                    <a:pt x="3179064" y="1029017"/>
                  </a:lnTo>
                  <a:close/>
                  <a:moveTo>
                    <a:pt x="3268789" y="1417447"/>
                  </a:moveTo>
                  <a:lnTo>
                    <a:pt x="3028696" y="1455102"/>
                  </a:lnTo>
                  <a:lnTo>
                    <a:pt x="3028696" y="1336929"/>
                  </a:lnTo>
                  <a:lnTo>
                    <a:pt x="3268789" y="1294321"/>
                  </a:lnTo>
                  <a:lnTo>
                    <a:pt x="3268789" y="1417447"/>
                  </a:lnTo>
                  <a:close/>
                  <a:moveTo>
                    <a:pt x="3268789" y="1507427"/>
                  </a:moveTo>
                  <a:lnTo>
                    <a:pt x="3005836" y="1545590"/>
                  </a:lnTo>
                  <a:lnTo>
                    <a:pt x="3005836" y="1467040"/>
                  </a:lnTo>
                  <a:lnTo>
                    <a:pt x="3268789" y="1425829"/>
                  </a:lnTo>
                  <a:lnTo>
                    <a:pt x="3268789" y="1507427"/>
                  </a:lnTo>
                  <a:close/>
                  <a:moveTo>
                    <a:pt x="3268789" y="1997773"/>
                  </a:moveTo>
                  <a:lnTo>
                    <a:pt x="3187383" y="2006219"/>
                  </a:lnTo>
                  <a:lnTo>
                    <a:pt x="3187383" y="1724787"/>
                  </a:lnTo>
                  <a:lnTo>
                    <a:pt x="3028950" y="1744535"/>
                  </a:lnTo>
                  <a:lnTo>
                    <a:pt x="3028950" y="1557782"/>
                  </a:lnTo>
                  <a:lnTo>
                    <a:pt x="3020632" y="1557782"/>
                  </a:lnTo>
                  <a:lnTo>
                    <a:pt x="3020632" y="2221802"/>
                  </a:lnTo>
                  <a:lnTo>
                    <a:pt x="2954464" y="2226691"/>
                  </a:lnTo>
                  <a:lnTo>
                    <a:pt x="2954464" y="859980"/>
                  </a:lnTo>
                  <a:cubicBezTo>
                    <a:pt x="2956497" y="856234"/>
                    <a:pt x="2967228" y="839660"/>
                    <a:pt x="2995168" y="839660"/>
                  </a:cubicBezTo>
                  <a:cubicBezTo>
                    <a:pt x="3010090" y="839660"/>
                    <a:pt x="3016186" y="843471"/>
                    <a:pt x="3018663" y="846582"/>
                  </a:cubicBezTo>
                  <a:cubicBezTo>
                    <a:pt x="3021330" y="849947"/>
                    <a:pt x="3020568" y="853630"/>
                    <a:pt x="3020568" y="853694"/>
                  </a:cubicBezTo>
                  <a:lnTo>
                    <a:pt x="3020441" y="854710"/>
                  </a:lnTo>
                  <a:lnTo>
                    <a:pt x="3020441" y="1455229"/>
                  </a:lnTo>
                  <a:lnTo>
                    <a:pt x="3027744" y="1455229"/>
                  </a:lnTo>
                  <a:lnTo>
                    <a:pt x="2997581" y="1459928"/>
                  </a:lnTo>
                  <a:lnTo>
                    <a:pt x="2997581" y="1555242"/>
                  </a:lnTo>
                  <a:lnTo>
                    <a:pt x="3268853" y="1515872"/>
                  </a:lnTo>
                  <a:lnTo>
                    <a:pt x="3268853" y="1997773"/>
                  </a:lnTo>
                  <a:close/>
                  <a:moveTo>
                    <a:pt x="3179064" y="1734248"/>
                  </a:moveTo>
                  <a:lnTo>
                    <a:pt x="3179064" y="2007108"/>
                  </a:lnTo>
                  <a:lnTo>
                    <a:pt x="3028950" y="2022665"/>
                  </a:lnTo>
                  <a:lnTo>
                    <a:pt x="3028950" y="1752981"/>
                  </a:lnTo>
                  <a:lnTo>
                    <a:pt x="3179064" y="1734248"/>
                  </a:lnTo>
                  <a:close/>
                  <a:moveTo>
                    <a:pt x="3179064" y="2132076"/>
                  </a:moveTo>
                  <a:lnTo>
                    <a:pt x="3179064" y="2210054"/>
                  </a:lnTo>
                  <a:lnTo>
                    <a:pt x="3028950" y="2221230"/>
                  </a:lnTo>
                  <a:lnTo>
                    <a:pt x="3028950" y="2031047"/>
                  </a:lnTo>
                  <a:lnTo>
                    <a:pt x="3268789" y="2006219"/>
                  </a:lnTo>
                  <a:lnTo>
                    <a:pt x="3268789" y="2124329"/>
                  </a:lnTo>
                  <a:lnTo>
                    <a:pt x="3179064" y="2132076"/>
                  </a:lnTo>
                  <a:close/>
                  <a:moveTo>
                    <a:pt x="3179064" y="2809050"/>
                  </a:moveTo>
                  <a:lnTo>
                    <a:pt x="3037776" y="2812352"/>
                  </a:lnTo>
                  <a:lnTo>
                    <a:pt x="3037776" y="2319782"/>
                  </a:lnTo>
                  <a:lnTo>
                    <a:pt x="3179064" y="2310321"/>
                  </a:lnTo>
                  <a:lnTo>
                    <a:pt x="3179064" y="2809050"/>
                  </a:lnTo>
                  <a:close/>
                  <a:moveTo>
                    <a:pt x="2479993" y="3010916"/>
                  </a:moveTo>
                  <a:lnTo>
                    <a:pt x="2650236" y="3010916"/>
                  </a:lnTo>
                  <a:lnTo>
                    <a:pt x="2650236" y="2908364"/>
                  </a:lnTo>
                  <a:lnTo>
                    <a:pt x="2675636" y="2908364"/>
                  </a:lnTo>
                  <a:lnTo>
                    <a:pt x="2820987" y="2908364"/>
                  </a:lnTo>
                  <a:lnTo>
                    <a:pt x="2820987" y="2825687"/>
                  </a:lnTo>
                  <a:lnTo>
                    <a:pt x="2882456" y="2824226"/>
                  </a:lnTo>
                  <a:lnTo>
                    <a:pt x="2882456" y="2824226"/>
                  </a:lnTo>
                  <a:lnTo>
                    <a:pt x="2974149" y="2822067"/>
                  </a:lnTo>
                  <a:lnTo>
                    <a:pt x="2974149" y="2822067"/>
                  </a:lnTo>
                  <a:lnTo>
                    <a:pt x="3179000" y="2817305"/>
                  </a:lnTo>
                  <a:lnTo>
                    <a:pt x="3179000" y="2913888"/>
                  </a:lnTo>
                  <a:lnTo>
                    <a:pt x="2926842" y="2913888"/>
                  </a:lnTo>
                  <a:lnTo>
                    <a:pt x="2926842" y="2956115"/>
                  </a:lnTo>
                  <a:lnTo>
                    <a:pt x="2812606" y="2955290"/>
                  </a:lnTo>
                  <a:lnTo>
                    <a:pt x="2812606" y="3001772"/>
                  </a:lnTo>
                  <a:lnTo>
                    <a:pt x="2709418" y="3001010"/>
                  </a:lnTo>
                  <a:lnTo>
                    <a:pt x="2709418" y="3047809"/>
                  </a:lnTo>
                  <a:lnTo>
                    <a:pt x="2598293" y="3046666"/>
                  </a:lnTo>
                  <a:lnTo>
                    <a:pt x="2598293" y="3094482"/>
                  </a:lnTo>
                  <a:lnTo>
                    <a:pt x="2479993" y="3093085"/>
                  </a:lnTo>
                  <a:lnTo>
                    <a:pt x="2479993" y="3010916"/>
                  </a:lnTo>
                  <a:close/>
                  <a:moveTo>
                    <a:pt x="2974213" y="2813812"/>
                  </a:moveTo>
                  <a:lnTo>
                    <a:pt x="2974213" y="2323973"/>
                  </a:lnTo>
                  <a:lnTo>
                    <a:pt x="3029458" y="2320290"/>
                  </a:lnTo>
                  <a:lnTo>
                    <a:pt x="3029458" y="2812542"/>
                  </a:lnTo>
                  <a:lnTo>
                    <a:pt x="2974213" y="2813812"/>
                  </a:lnTo>
                  <a:close/>
                  <a:moveTo>
                    <a:pt x="2740533" y="2819273"/>
                  </a:moveTo>
                  <a:lnTo>
                    <a:pt x="2740533" y="2340229"/>
                  </a:lnTo>
                  <a:lnTo>
                    <a:pt x="2882456" y="2330196"/>
                  </a:lnTo>
                  <a:lnTo>
                    <a:pt x="2882456" y="2815971"/>
                  </a:lnTo>
                  <a:lnTo>
                    <a:pt x="2740533" y="2819273"/>
                  </a:lnTo>
                  <a:close/>
                  <a:moveTo>
                    <a:pt x="2812669" y="2825877"/>
                  </a:moveTo>
                  <a:lnTo>
                    <a:pt x="2812669" y="2899982"/>
                  </a:lnTo>
                  <a:lnTo>
                    <a:pt x="2740597" y="2899982"/>
                  </a:lnTo>
                  <a:lnTo>
                    <a:pt x="2740597" y="2827528"/>
                  </a:lnTo>
                  <a:lnTo>
                    <a:pt x="2812669" y="2825877"/>
                  </a:lnTo>
                  <a:close/>
                  <a:moveTo>
                    <a:pt x="2561717" y="3002661"/>
                  </a:moveTo>
                  <a:lnTo>
                    <a:pt x="2561717" y="2908364"/>
                  </a:lnTo>
                  <a:lnTo>
                    <a:pt x="2641918" y="2908364"/>
                  </a:lnTo>
                  <a:lnTo>
                    <a:pt x="2641918" y="3002597"/>
                  </a:lnTo>
                  <a:lnTo>
                    <a:pt x="2561717" y="3002661"/>
                  </a:lnTo>
                  <a:close/>
                  <a:moveTo>
                    <a:pt x="2392362" y="3012948"/>
                  </a:moveTo>
                  <a:lnTo>
                    <a:pt x="2471737" y="3011043"/>
                  </a:lnTo>
                  <a:lnTo>
                    <a:pt x="2471737" y="3115882"/>
                  </a:lnTo>
                  <a:lnTo>
                    <a:pt x="2455672" y="3115882"/>
                  </a:lnTo>
                  <a:lnTo>
                    <a:pt x="2392426" y="3114993"/>
                  </a:lnTo>
                  <a:lnTo>
                    <a:pt x="2392426" y="3012948"/>
                  </a:lnTo>
                  <a:close/>
                  <a:moveTo>
                    <a:pt x="657035" y="2876169"/>
                  </a:moveTo>
                  <a:lnTo>
                    <a:pt x="704024" y="2875090"/>
                  </a:lnTo>
                  <a:lnTo>
                    <a:pt x="704024" y="2875090"/>
                  </a:lnTo>
                  <a:lnTo>
                    <a:pt x="832485" y="2872105"/>
                  </a:lnTo>
                  <a:lnTo>
                    <a:pt x="832485" y="2872105"/>
                  </a:lnTo>
                  <a:lnTo>
                    <a:pt x="908367" y="2870327"/>
                  </a:lnTo>
                  <a:lnTo>
                    <a:pt x="908367" y="2870327"/>
                  </a:lnTo>
                  <a:lnTo>
                    <a:pt x="1035495" y="2867343"/>
                  </a:lnTo>
                  <a:lnTo>
                    <a:pt x="1035495" y="2867851"/>
                  </a:lnTo>
                  <a:lnTo>
                    <a:pt x="1110044" y="2865691"/>
                  </a:lnTo>
                  <a:lnTo>
                    <a:pt x="1110044" y="2865628"/>
                  </a:lnTo>
                  <a:lnTo>
                    <a:pt x="1255586" y="2862263"/>
                  </a:lnTo>
                  <a:lnTo>
                    <a:pt x="1255586" y="2862326"/>
                  </a:lnTo>
                  <a:lnTo>
                    <a:pt x="1328991" y="2860548"/>
                  </a:lnTo>
                  <a:lnTo>
                    <a:pt x="1487932" y="2856865"/>
                  </a:lnTo>
                  <a:lnTo>
                    <a:pt x="1487932" y="2856865"/>
                  </a:lnTo>
                  <a:lnTo>
                    <a:pt x="1571688" y="2854896"/>
                  </a:lnTo>
                  <a:lnTo>
                    <a:pt x="1571688" y="2854896"/>
                  </a:lnTo>
                  <a:lnTo>
                    <a:pt x="1800923" y="2849563"/>
                  </a:lnTo>
                  <a:lnTo>
                    <a:pt x="1803908" y="2849499"/>
                  </a:lnTo>
                  <a:lnTo>
                    <a:pt x="1803908" y="2849499"/>
                  </a:lnTo>
                  <a:lnTo>
                    <a:pt x="1991170" y="2845118"/>
                  </a:lnTo>
                  <a:lnTo>
                    <a:pt x="1991170" y="2845118"/>
                  </a:lnTo>
                  <a:lnTo>
                    <a:pt x="2051812" y="2843721"/>
                  </a:lnTo>
                  <a:lnTo>
                    <a:pt x="2051812" y="2843721"/>
                  </a:lnTo>
                  <a:lnTo>
                    <a:pt x="2125853" y="2842006"/>
                  </a:lnTo>
                  <a:lnTo>
                    <a:pt x="2125853" y="2842705"/>
                  </a:lnTo>
                  <a:lnTo>
                    <a:pt x="2134172" y="2842705"/>
                  </a:lnTo>
                  <a:lnTo>
                    <a:pt x="2134172" y="2841815"/>
                  </a:lnTo>
                  <a:lnTo>
                    <a:pt x="2268601" y="2838704"/>
                  </a:lnTo>
                  <a:lnTo>
                    <a:pt x="2268601" y="2838704"/>
                  </a:lnTo>
                  <a:lnTo>
                    <a:pt x="2342451" y="2836990"/>
                  </a:lnTo>
                  <a:lnTo>
                    <a:pt x="2342451" y="2836990"/>
                  </a:lnTo>
                  <a:lnTo>
                    <a:pt x="2404936" y="2835529"/>
                  </a:lnTo>
                  <a:lnTo>
                    <a:pt x="2404936" y="2835910"/>
                  </a:lnTo>
                  <a:lnTo>
                    <a:pt x="2413254" y="2835910"/>
                  </a:lnTo>
                  <a:lnTo>
                    <a:pt x="2413254" y="2835339"/>
                  </a:lnTo>
                  <a:lnTo>
                    <a:pt x="2669794" y="2829370"/>
                  </a:lnTo>
                  <a:lnTo>
                    <a:pt x="2674430" y="2829306"/>
                  </a:lnTo>
                  <a:lnTo>
                    <a:pt x="2674430" y="2829306"/>
                  </a:lnTo>
                  <a:lnTo>
                    <a:pt x="2732151" y="2827972"/>
                  </a:lnTo>
                  <a:lnTo>
                    <a:pt x="2732151" y="2900236"/>
                  </a:lnTo>
                  <a:lnTo>
                    <a:pt x="2675573" y="2900236"/>
                  </a:lnTo>
                  <a:lnTo>
                    <a:pt x="2641854" y="2900236"/>
                  </a:lnTo>
                  <a:lnTo>
                    <a:pt x="2553335" y="2900236"/>
                  </a:lnTo>
                  <a:lnTo>
                    <a:pt x="2553335" y="3002852"/>
                  </a:lnTo>
                  <a:lnTo>
                    <a:pt x="2471611" y="3002915"/>
                  </a:lnTo>
                  <a:lnTo>
                    <a:pt x="2383917" y="3005074"/>
                  </a:lnTo>
                  <a:lnTo>
                    <a:pt x="2383917" y="3115056"/>
                  </a:lnTo>
                  <a:lnTo>
                    <a:pt x="656971" y="3090482"/>
                  </a:lnTo>
                  <a:lnTo>
                    <a:pt x="656971" y="2876169"/>
                  </a:lnTo>
                  <a:close/>
                  <a:moveTo>
                    <a:pt x="2674493" y="2820797"/>
                  </a:moveTo>
                  <a:lnTo>
                    <a:pt x="2674493" y="2344865"/>
                  </a:lnTo>
                  <a:lnTo>
                    <a:pt x="2732214" y="2340801"/>
                  </a:lnTo>
                  <a:lnTo>
                    <a:pt x="2732214" y="2819464"/>
                  </a:lnTo>
                  <a:lnTo>
                    <a:pt x="2674493" y="2820797"/>
                  </a:lnTo>
                  <a:close/>
                  <a:moveTo>
                    <a:pt x="2413381" y="2826893"/>
                  </a:moveTo>
                  <a:lnTo>
                    <a:pt x="2413381" y="2361692"/>
                  </a:lnTo>
                  <a:lnTo>
                    <a:pt x="2574735" y="2350834"/>
                  </a:lnTo>
                  <a:lnTo>
                    <a:pt x="2574735" y="2823146"/>
                  </a:lnTo>
                  <a:lnTo>
                    <a:pt x="2413381" y="2826893"/>
                  </a:lnTo>
                  <a:close/>
                  <a:moveTo>
                    <a:pt x="2342515" y="2828544"/>
                  </a:moveTo>
                  <a:lnTo>
                    <a:pt x="2342515" y="2366391"/>
                  </a:lnTo>
                  <a:lnTo>
                    <a:pt x="2404999" y="2362200"/>
                  </a:lnTo>
                  <a:lnTo>
                    <a:pt x="2404999" y="2827084"/>
                  </a:lnTo>
                  <a:lnTo>
                    <a:pt x="2342515" y="2828544"/>
                  </a:lnTo>
                  <a:close/>
                  <a:moveTo>
                    <a:pt x="2125916" y="2387028"/>
                  </a:moveTo>
                  <a:lnTo>
                    <a:pt x="2125916" y="2833624"/>
                  </a:lnTo>
                  <a:lnTo>
                    <a:pt x="2051875" y="2835339"/>
                  </a:lnTo>
                  <a:lnTo>
                    <a:pt x="2051875" y="2385949"/>
                  </a:lnTo>
                  <a:lnTo>
                    <a:pt x="2268664" y="2371408"/>
                  </a:lnTo>
                  <a:lnTo>
                    <a:pt x="2268664" y="2830322"/>
                  </a:lnTo>
                  <a:lnTo>
                    <a:pt x="2134235" y="2833434"/>
                  </a:lnTo>
                  <a:lnTo>
                    <a:pt x="2134235" y="2387028"/>
                  </a:lnTo>
                  <a:lnTo>
                    <a:pt x="2125916" y="2387028"/>
                  </a:lnTo>
                  <a:close/>
                  <a:moveTo>
                    <a:pt x="1858327" y="2406206"/>
                  </a:moveTo>
                  <a:lnTo>
                    <a:pt x="1858327" y="2839784"/>
                  </a:lnTo>
                  <a:lnTo>
                    <a:pt x="1803972" y="2841053"/>
                  </a:lnTo>
                  <a:lnTo>
                    <a:pt x="1803972" y="2402522"/>
                  </a:lnTo>
                  <a:lnTo>
                    <a:pt x="1991233" y="2389950"/>
                  </a:lnTo>
                  <a:lnTo>
                    <a:pt x="1991233" y="2836672"/>
                  </a:lnTo>
                  <a:lnTo>
                    <a:pt x="1866646" y="2839593"/>
                  </a:lnTo>
                  <a:lnTo>
                    <a:pt x="1866646" y="2406206"/>
                  </a:lnTo>
                  <a:lnTo>
                    <a:pt x="1858327" y="2406206"/>
                  </a:lnTo>
                  <a:close/>
                  <a:moveTo>
                    <a:pt x="1629156" y="2844165"/>
                  </a:moveTo>
                  <a:lnTo>
                    <a:pt x="1629156" y="2414334"/>
                  </a:lnTo>
                  <a:lnTo>
                    <a:pt x="1728407" y="2407666"/>
                  </a:lnTo>
                  <a:lnTo>
                    <a:pt x="1728407" y="2842895"/>
                  </a:lnTo>
                  <a:lnTo>
                    <a:pt x="1571752" y="2846578"/>
                  </a:lnTo>
                  <a:lnTo>
                    <a:pt x="1571752" y="2418207"/>
                  </a:lnTo>
                  <a:lnTo>
                    <a:pt x="1620837" y="2414905"/>
                  </a:lnTo>
                  <a:lnTo>
                    <a:pt x="1620837" y="2844165"/>
                  </a:lnTo>
                  <a:lnTo>
                    <a:pt x="1629156" y="2844165"/>
                  </a:lnTo>
                  <a:close/>
                  <a:moveTo>
                    <a:pt x="1375347" y="2436177"/>
                  </a:moveTo>
                  <a:lnTo>
                    <a:pt x="1375347" y="2851150"/>
                  </a:lnTo>
                  <a:lnTo>
                    <a:pt x="1331277" y="2852166"/>
                  </a:lnTo>
                  <a:lnTo>
                    <a:pt x="1331277" y="2434336"/>
                  </a:lnTo>
                  <a:lnTo>
                    <a:pt x="1487932" y="2423795"/>
                  </a:lnTo>
                  <a:lnTo>
                    <a:pt x="1487932" y="2848483"/>
                  </a:lnTo>
                  <a:lnTo>
                    <a:pt x="1383665" y="2850896"/>
                  </a:lnTo>
                  <a:lnTo>
                    <a:pt x="1383665" y="2436114"/>
                  </a:lnTo>
                  <a:lnTo>
                    <a:pt x="1375347" y="2436114"/>
                  </a:lnTo>
                  <a:close/>
                  <a:moveTo>
                    <a:pt x="1157224" y="2854833"/>
                  </a:moveTo>
                  <a:lnTo>
                    <a:pt x="1157224" y="2446020"/>
                  </a:lnTo>
                  <a:lnTo>
                    <a:pt x="1255586" y="2439416"/>
                  </a:lnTo>
                  <a:lnTo>
                    <a:pt x="1255586" y="2853944"/>
                  </a:lnTo>
                  <a:lnTo>
                    <a:pt x="1110107" y="2857309"/>
                  </a:lnTo>
                  <a:lnTo>
                    <a:pt x="1113155" y="2449005"/>
                  </a:lnTo>
                  <a:lnTo>
                    <a:pt x="1148906" y="2446591"/>
                  </a:lnTo>
                  <a:lnTo>
                    <a:pt x="1148906" y="2854833"/>
                  </a:lnTo>
                  <a:lnTo>
                    <a:pt x="1157224" y="2854833"/>
                  </a:lnTo>
                  <a:close/>
                  <a:moveTo>
                    <a:pt x="953643" y="2860929"/>
                  </a:moveTo>
                  <a:lnTo>
                    <a:pt x="953643" y="2460689"/>
                  </a:lnTo>
                  <a:lnTo>
                    <a:pt x="1035558" y="2455545"/>
                  </a:lnTo>
                  <a:lnTo>
                    <a:pt x="1035558" y="2859024"/>
                  </a:lnTo>
                  <a:lnTo>
                    <a:pt x="953643" y="2860929"/>
                  </a:lnTo>
                  <a:close/>
                  <a:moveTo>
                    <a:pt x="908431" y="2862009"/>
                  </a:moveTo>
                  <a:lnTo>
                    <a:pt x="908431" y="2463546"/>
                  </a:lnTo>
                  <a:lnTo>
                    <a:pt x="945324" y="2461196"/>
                  </a:lnTo>
                  <a:lnTo>
                    <a:pt x="945324" y="2861120"/>
                  </a:lnTo>
                  <a:lnTo>
                    <a:pt x="908431" y="2862009"/>
                  </a:lnTo>
                  <a:close/>
                  <a:moveTo>
                    <a:pt x="744919" y="2475675"/>
                  </a:moveTo>
                  <a:lnTo>
                    <a:pt x="744919" y="2865819"/>
                  </a:lnTo>
                  <a:lnTo>
                    <a:pt x="704088" y="2866771"/>
                  </a:lnTo>
                  <a:lnTo>
                    <a:pt x="704088" y="2476437"/>
                  </a:lnTo>
                  <a:lnTo>
                    <a:pt x="832548" y="2467801"/>
                  </a:lnTo>
                  <a:lnTo>
                    <a:pt x="832548" y="2863787"/>
                  </a:lnTo>
                  <a:lnTo>
                    <a:pt x="753237" y="2865628"/>
                  </a:lnTo>
                  <a:lnTo>
                    <a:pt x="753237" y="2475675"/>
                  </a:lnTo>
                  <a:lnTo>
                    <a:pt x="744919" y="2475675"/>
                  </a:lnTo>
                  <a:close/>
                  <a:moveTo>
                    <a:pt x="657035" y="2405825"/>
                  </a:moveTo>
                  <a:lnTo>
                    <a:pt x="3179064" y="2218372"/>
                  </a:lnTo>
                  <a:lnTo>
                    <a:pt x="3179064" y="2301875"/>
                  </a:lnTo>
                  <a:lnTo>
                    <a:pt x="2965895" y="2316163"/>
                  </a:lnTo>
                  <a:lnTo>
                    <a:pt x="2965895" y="2813939"/>
                  </a:lnTo>
                  <a:lnTo>
                    <a:pt x="2890837" y="2815717"/>
                  </a:lnTo>
                  <a:lnTo>
                    <a:pt x="2890837" y="2321179"/>
                  </a:lnTo>
                  <a:lnTo>
                    <a:pt x="2666238" y="2337054"/>
                  </a:lnTo>
                  <a:lnTo>
                    <a:pt x="2666238" y="2820924"/>
                  </a:lnTo>
                  <a:lnTo>
                    <a:pt x="2583116" y="2822512"/>
                  </a:lnTo>
                  <a:lnTo>
                    <a:pt x="2583116" y="2341880"/>
                  </a:lnTo>
                  <a:lnTo>
                    <a:pt x="2334260" y="2358581"/>
                  </a:lnTo>
                  <a:lnTo>
                    <a:pt x="2334260" y="2828671"/>
                  </a:lnTo>
                  <a:lnTo>
                    <a:pt x="2277047" y="2830005"/>
                  </a:lnTo>
                  <a:lnTo>
                    <a:pt x="2277047" y="2362390"/>
                  </a:lnTo>
                  <a:lnTo>
                    <a:pt x="2043621" y="2378075"/>
                  </a:lnTo>
                  <a:lnTo>
                    <a:pt x="2043621" y="2835465"/>
                  </a:lnTo>
                  <a:lnTo>
                    <a:pt x="1999615" y="2836482"/>
                  </a:lnTo>
                  <a:lnTo>
                    <a:pt x="1999615" y="2381059"/>
                  </a:lnTo>
                  <a:lnTo>
                    <a:pt x="1795716" y="2394776"/>
                  </a:lnTo>
                  <a:lnTo>
                    <a:pt x="1795716" y="2841308"/>
                  </a:lnTo>
                  <a:lnTo>
                    <a:pt x="1736725" y="2842577"/>
                  </a:lnTo>
                  <a:lnTo>
                    <a:pt x="1736725" y="2398776"/>
                  </a:lnTo>
                  <a:lnTo>
                    <a:pt x="1563434" y="2410396"/>
                  </a:lnTo>
                  <a:lnTo>
                    <a:pt x="1563434" y="2846705"/>
                  </a:lnTo>
                  <a:lnTo>
                    <a:pt x="1496314" y="2848293"/>
                  </a:lnTo>
                  <a:lnTo>
                    <a:pt x="1496314" y="2414905"/>
                  </a:lnTo>
                  <a:lnTo>
                    <a:pt x="1323023" y="2426526"/>
                  </a:lnTo>
                  <a:lnTo>
                    <a:pt x="1323023" y="2852357"/>
                  </a:lnTo>
                  <a:lnTo>
                    <a:pt x="1264031" y="2853753"/>
                  </a:lnTo>
                  <a:lnTo>
                    <a:pt x="1264031" y="2430526"/>
                  </a:lnTo>
                  <a:lnTo>
                    <a:pt x="1104963" y="2441194"/>
                  </a:lnTo>
                  <a:lnTo>
                    <a:pt x="1101852" y="2857500"/>
                  </a:lnTo>
                  <a:lnTo>
                    <a:pt x="1043876" y="2858834"/>
                  </a:lnTo>
                  <a:lnTo>
                    <a:pt x="1043876" y="2446655"/>
                  </a:lnTo>
                  <a:lnTo>
                    <a:pt x="900112" y="2455736"/>
                  </a:lnTo>
                  <a:lnTo>
                    <a:pt x="900112" y="2862199"/>
                  </a:lnTo>
                  <a:lnTo>
                    <a:pt x="840867" y="2863596"/>
                  </a:lnTo>
                  <a:lnTo>
                    <a:pt x="840867" y="2458911"/>
                  </a:lnTo>
                  <a:lnTo>
                    <a:pt x="695770" y="2468626"/>
                  </a:lnTo>
                  <a:lnTo>
                    <a:pt x="695770" y="2866962"/>
                  </a:lnTo>
                  <a:lnTo>
                    <a:pt x="657098" y="2867851"/>
                  </a:lnTo>
                  <a:lnTo>
                    <a:pt x="657098" y="2405825"/>
                  </a:lnTo>
                  <a:close/>
                  <a:moveTo>
                    <a:pt x="225361" y="2752217"/>
                  </a:moveTo>
                  <a:lnTo>
                    <a:pt x="648716" y="2739644"/>
                  </a:lnTo>
                  <a:lnTo>
                    <a:pt x="648716" y="3044571"/>
                  </a:lnTo>
                  <a:lnTo>
                    <a:pt x="225361" y="3038983"/>
                  </a:lnTo>
                  <a:lnTo>
                    <a:pt x="225361" y="2752217"/>
                  </a:lnTo>
                  <a:close/>
                  <a:moveTo>
                    <a:pt x="225361" y="1487615"/>
                  </a:moveTo>
                  <a:lnTo>
                    <a:pt x="279845" y="1487615"/>
                  </a:lnTo>
                  <a:lnTo>
                    <a:pt x="747077" y="1377125"/>
                  </a:lnTo>
                  <a:lnTo>
                    <a:pt x="752348" y="1879854"/>
                  </a:lnTo>
                  <a:lnTo>
                    <a:pt x="752348" y="1884616"/>
                  </a:lnTo>
                  <a:lnTo>
                    <a:pt x="752411" y="1884616"/>
                  </a:lnTo>
                  <a:lnTo>
                    <a:pt x="756348" y="2256155"/>
                  </a:lnTo>
                  <a:lnTo>
                    <a:pt x="756095" y="2256155"/>
                  </a:lnTo>
                  <a:lnTo>
                    <a:pt x="756348" y="2258632"/>
                  </a:lnTo>
                  <a:lnTo>
                    <a:pt x="757682" y="2387727"/>
                  </a:lnTo>
                  <a:lnTo>
                    <a:pt x="766000" y="2387664"/>
                  </a:lnTo>
                  <a:lnTo>
                    <a:pt x="764667" y="2263648"/>
                  </a:lnTo>
                  <a:lnTo>
                    <a:pt x="862774" y="2253297"/>
                  </a:lnTo>
                  <a:lnTo>
                    <a:pt x="862774" y="2382202"/>
                  </a:lnTo>
                  <a:lnTo>
                    <a:pt x="648652" y="2398141"/>
                  </a:lnTo>
                  <a:lnTo>
                    <a:pt x="648652" y="2731389"/>
                  </a:lnTo>
                  <a:lnTo>
                    <a:pt x="225298" y="2743962"/>
                  </a:lnTo>
                  <a:lnTo>
                    <a:pt x="225298" y="1487615"/>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34" name="Google Shape;234;p39"/>
            <p:cNvSpPr/>
            <p:nvPr/>
          </p:nvSpPr>
          <p:spPr>
            <a:xfrm>
              <a:off x="11130343" y="4483671"/>
              <a:ext cx="8318" cy="183387"/>
            </a:xfrm>
            <a:custGeom>
              <a:avLst/>
              <a:gdLst/>
              <a:ahLst/>
              <a:cxnLst/>
              <a:rect l="l" t="t" r="r" b="b"/>
              <a:pathLst>
                <a:path w="8318" h="183387" extrusionOk="0">
                  <a:moveTo>
                    <a:pt x="0" y="0"/>
                  </a:moveTo>
                  <a:lnTo>
                    <a:pt x="8319" y="0"/>
                  </a:lnTo>
                  <a:lnTo>
                    <a:pt x="8319" y="183388"/>
                  </a:lnTo>
                  <a:lnTo>
                    <a:pt x="0" y="183388"/>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35" name="Google Shape;235;p39"/>
            <p:cNvSpPr/>
            <p:nvPr/>
          </p:nvSpPr>
          <p:spPr>
            <a:xfrm>
              <a:off x="11155743" y="4480941"/>
              <a:ext cx="8318" cy="183387"/>
            </a:xfrm>
            <a:custGeom>
              <a:avLst/>
              <a:gdLst/>
              <a:ahLst/>
              <a:cxnLst/>
              <a:rect l="l" t="t" r="r" b="b"/>
              <a:pathLst>
                <a:path w="8318" h="183387" extrusionOk="0">
                  <a:moveTo>
                    <a:pt x="0" y="0"/>
                  </a:moveTo>
                  <a:lnTo>
                    <a:pt x="8319" y="0"/>
                  </a:lnTo>
                  <a:lnTo>
                    <a:pt x="8319" y="183388"/>
                  </a:lnTo>
                  <a:lnTo>
                    <a:pt x="0" y="183388"/>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36" name="Google Shape;236;p39"/>
            <p:cNvSpPr/>
            <p:nvPr/>
          </p:nvSpPr>
          <p:spPr>
            <a:xfrm rot="-465879">
              <a:off x="10588655" y="4268394"/>
              <a:ext cx="71181" cy="8318"/>
            </a:xfrm>
            <a:custGeom>
              <a:avLst/>
              <a:gdLst/>
              <a:ahLst/>
              <a:cxnLst/>
              <a:rect l="l" t="t" r="r" b="b"/>
              <a:pathLst>
                <a:path w="71181" h="8318" extrusionOk="0">
                  <a:moveTo>
                    <a:pt x="0" y="0"/>
                  </a:moveTo>
                  <a:lnTo>
                    <a:pt x="71181" y="0"/>
                  </a:lnTo>
                  <a:lnTo>
                    <a:pt x="71181" y="8318"/>
                  </a:lnTo>
                  <a:lnTo>
                    <a:pt x="0" y="8318"/>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37" name="Google Shape;237;p39"/>
            <p:cNvSpPr/>
            <p:nvPr/>
          </p:nvSpPr>
          <p:spPr>
            <a:xfrm rot="-466220">
              <a:off x="10588860" y="4365943"/>
              <a:ext cx="71182" cy="8318"/>
            </a:xfrm>
            <a:custGeom>
              <a:avLst/>
              <a:gdLst/>
              <a:ahLst/>
              <a:cxnLst/>
              <a:rect l="l" t="t" r="r" b="b"/>
              <a:pathLst>
                <a:path w="71182" h="8318" extrusionOk="0">
                  <a:moveTo>
                    <a:pt x="0" y="0"/>
                  </a:moveTo>
                  <a:lnTo>
                    <a:pt x="71182" y="0"/>
                  </a:lnTo>
                  <a:lnTo>
                    <a:pt x="71182" y="8318"/>
                  </a:lnTo>
                  <a:lnTo>
                    <a:pt x="0" y="8318"/>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38" name="Google Shape;238;p39"/>
            <p:cNvSpPr/>
            <p:nvPr/>
          </p:nvSpPr>
          <p:spPr>
            <a:xfrm rot="-466220">
              <a:off x="10588847" y="4130619"/>
              <a:ext cx="71182" cy="8318"/>
            </a:xfrm>
            <a:custGeom>
              <a:avLst/>
              <a:gdLst/>
              <a:ahLst/>
              <a:cxnLst/>
              <a:rect l="l" t="t" r="r" b="b"/>
              <a:pathLst>
                <a:path w="71182" h="8318" extrusionOk="0">
                  <a:moveTo>
                    <a:pt x="0" y="0"/>
                  </a:moveTo>
                  <a:lnTo>
                    <a:pt x="71182" y="0"/>
                  </a:lnTo>
                  <a:lnTo>
                    <a:pt x="71182" y="8318"/>
                  </a:lnTo>
                  <a:lnTo>
                    <a:pt x="0" y="8318"/>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39" name="Google Shape;239;p39"/>
            <p:cNvSpPr/>
            <p:nvPr/>
          </p:nvSpPr>
          <p:spPr>
            <a:xfrm rot="-465879">
              <a:off x="10588652" y="4456415"/>
              <a:ext cx="71181" cy="8318"/>
            </a:xfrm>
            <a:custGeom>
              <a:avLst/>
              <a:gdLst/>
              <a:ahLst/>
              <a:cxnLst/>
              <a:rect l="l" t="t" r="r" b="b"/>
              <a:pathLst>
                <a:path w="71181" h="8318" extrusionOk="0">
                  <a:moveTo>
                    <a:pt x="0" y="0"/>
                  </a:moveTo>
                  <a:lnTo>
                    <a:pt x="71181" y="0"/>
                  </a:lnTo>
                  <a:lnTo>
                    <a:pt x="71181" y="8318"/>
                  </a:lnTo>
                  <a:lnTo>
                    <a:pt x="0" y="8318"/>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40" name="Google Shape;240;p39"/>
            <p:cNvSpPr/>
            <p:nvPr/>
          </p:nvSpPr>
          <p:spPr>
            <a:xfrm rot="-461699">
              <a:off x="10782601" y="4103844"/>
              <a:ext cx="39878" cy="8318"/>
            </a:xfrm>
            <a:custGeom>
              <a:avLst/>
              <a:gdLst/>
              <a:ahLst/>
              <a:cxnLst/>
              <a:rect l="l" t="t" r="r" b="b"/>
              <a:pathLst>
                <a:path w="39878" h="8318" extrusionOk="0">
                  <a:moveTo>
                    <a:pt x="0" y="0"/>
                  </a:moveTo>
                  <a:lnTo>
                    <a:pt x="39879" y="0"/>
                  </a:lnTo>
                  <a:lnTo>
                    <a:pt x="39879" y="8318"/>
                  </a:lnTo>
                  <a:lnTo>
                    <a:pt x="0" y="8318"/>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41" name="Google Shape;241;p39"/>
            <p:cNvSpPr/>
            <p:nvPr/>
          </p:nvSpPr>
          <p:spPr>
            <a:xfrm rot="-462039">
              <a:off x="10782631" y="4430001"/>
              <a:ext cx="39878" cy="8318"/>
            </a:xfrm>
            <a:custGeom>
              <a:avLst/>
              <a:gdLst/>
              <a:ahLst/>
              <a:cxnLst/>
              <a:rect l="l" t="t" r="r" b="b"/>
              <a:pathLst>
                <a:path w="39878" h="8318" extrusionOk="0">
                  <a:moveTo>
                    <a:pt x="0" y="0"/>
                  </a:moveTo>
                  <a:lnTo>
                    <a:pt x="39879" y="0"/>
                  </a:lnTo>
                  <a:lnTo>
                    <a:pt x="39879" y="8319"/>
                  </a:lnTo>
                  <a:lnTo>
                    <a:pt x="0" y="8319"/>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42" name="Google Shape;242;p39"/>
            <p:cNvSpPr/>
            <p:nvPr/>
          </p:nvSpPr>
          <p:spPr>
            <a:xfrm rot="-461017">
              <a:off x="10782262" y="4241564"/>
              <a:ext cx="39877" cy="8318"/>
            </a:xfrm>
            <a:custGeom>
              <a:avLst/>
              <a:gdLst/>
              <a:ahLst/>
              <a:cxnLst/>
              <a:rect l="l" t="t" r="r" b="b"/>
              <a:pathLst>
                <a:path w="39877" h="8318" extrusionOk="0">
                  <a:moveTo>
                    <a:pt x="0" y="0"/>
                  </a:moveTo>
                  <a:lnTo>
                    <a:pt x="39877" y="0"/>
                  </a:lnTo>
                  <a:lnTo>
                    <a:pt x="39877" y="8318"/>
                  </a:lnTo>
                  <a:lnTo>
                    <a:pt x="0" y="8318"/>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43" name="Google Shape;243;p39"/>
            <p:cNvSpPr/>
            <p:nvPr/>
          </p:nvSpPr>
          <p:spPr>
            <a:xfrm rot="-462039">
              <a:off x="10782646" y="3961555"/>
              <a:ext cx="39878" cy="8318"/>
            </a:xfrm>
            <a:custGeom>
              <a:avLst/>
              <a:gdLst/>
              <a:ahLst/>
              <a:cxnLst/>
              <a:rect l="l" t="t" r="r" b="b"/>
              <a:pathLst>
                <a:path w="39878" h="8318" extrusionOk="0">
                  <a:moveTo>
                    <a:pt x="0" y="0"/>
                  </a:moveTo>
                  <a:lnTo>
                    <a:pt x="39879" y="0"/>
                  </a:lnTo>
                  <a:lnTo>
                    <a:pt x="39879" y="8319"/>
                  </a:lnTo>
                  <a:lnTo>
                    <a:pt x="0" y="8319"/>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44" name="Google Shape;244;p39"/>
            <p:cNvSpPr/>
            <p:nvPr/>
          </p:nvSpPr>
          <p:spPr>
            <a:xfrm rot="-461017">
              <a:off x="10782259" y="4339293"/>
              <a:ext cx="39877" cy="8318"/>
            </a:xfrm>
            <a:custGeom>
              <a:avLst/>
              <a:gdLst/>
              <a:ahLst/>
              <a:cxnLst/>
              <a:rect l="l" t="t" r="r" b="b"/>
              <a:pathLst>
                <a:path w="39877" h="8318" extrusionOk="0">
                  <a:moveTo>
                    <a:pt x="0" y="0"/>
                  </a:moveTo>
                  <a:lnTo>
                    <a:pt x="39877" y="0"/>
                  </a:lnTo>
                  <a:lnTo>
                    <a:pt x="39877" y="8318"/>
                  </a:lnTo>
                  <a:lnTo>
                    <a:pt x="0" y="8318"/>
                  </a:lnTo>
                  <a:close/>
                </a:path>
              </a:pathLst>
            </a:custGeom>
            <a:solidFill>
              <a:srgbClr val="0D436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pic>
        <p:nvPicPr>
          <p:cNvPr id="245" name="Google Shape;245;p39"/>
          <p:cNvPicPr preferRelativeResize="0"/>
          <p:nvPr/>
        </p:nvPicPr>
        <p:blipFill rotWithShape="1">
          <a:blip r:embed="rId3">
            <a:alphaModFix/>
          </a:blip>
          <a:srcRect/>
          <a:stretch/>
        </p:blipFill>
        <p:spPr>
          <a:xfrm>
            <a:off x="894159" y="632000"/>
            <a:ext cx="2603397" cy="742579"/>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2415</TotalTime>
  <Words>563</Words>
  <Application>Microsoft Office PowerPoint</Application>
  <PresentationFormat>On-screen Show (16:9)</PresentationFormat>
  <Paragraphs>60</Paragraphs>
  <Slides>22</Slides>
  <Notes>22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22</vt:i4>
      </vt:variant>
    </vt:vector>
  </HeadingPairs>
  <TitlesOfParts>
    <vt:vector size="27" baseType="lpstr">
      <vt:lpstr>Arial</vt:lpstr>
      <vt:lpstr>Calibri</vt:lpstr>
      <vt:lpstr>Cambria Math</vt:lpstr>
      <vt:lpstr>Simple Light</vt:lpstr>
      <vt:lpstr>Office Theme</vt:lpstr>
      <vt:lpstr>PowerPoint Presentation</vt:lpstr>
      <vt:lpstr>Pendahuluan </vt:lpstr>
      <vt:lpstr>Dasar Teori</vt:lpstr>
      <vt:lpstr>Persamaan Adveksi</vt:lpstr>
      <vt:lpstr>Persamaan Adveksi 1 Dimensi</vt:lpstr>
      <vt:lpstr>Persamaan Adveksi 1 Dimensi</vt:lpstr>
      <vt:lpstr>Persamaan Adveksi 2 Dimensi</vt:lpstr>
      <vt:lpstr>Algoritma Program</vt:lpstr>
      <vt:lpstr>PowerPoint Presentation</vt:lpstr>
      <vt:lpstr>Code Adveksi 1 Dimensi </vt:lpstr>
      <vt:lpstr>PowerPoint Presentation</vt:lpstr>
      <vt:lpstr>Hasil 1 Dimensi  </vt:lpstr>
      <vt:lpstr>PowerPoint Presentation</vt:lpstr>
      <vt:lpstr>Code Adveksi 2 Dimensi </vt:lpstr>
      <vt:lpstr>PowerPoint Presentation</vt:lpstr>
      <vt:lpstr>Hasil  </vt:lpstr>
      <vt:lpstr>PowerPoint Presentation</vt:lpstr>
      <vt:lpstr>Kesimpulan</vt:lpstr>
      <vt:lpstr>PowerPoint Presentation</vt:lpstr>
      <vt:lpstr>Kegunaan Dalam Geofisika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widityas</dc:creator>
  <cp:lastModifiedBy>widityas kusuma</cp:lastModifiedBy>
  <cp:revision>10</cp:revision>
  <dcterms:modified xsi:type="dcterms:W3CDTF">2025-11-23T03:41:06Z</dcterms:modified>
</cp:coreProperties>
</file>